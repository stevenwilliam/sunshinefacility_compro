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  <p:sldMasterId id="2147483687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7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oogle Sans Medium" panose="020B0604020202020204" charset="0"/>
      <p:regular r:id="rId19"/>
      <p:bold r:id="rId20"/>
      <p:italic r:id="rId21"/>
      <p:boldItalic r:id="rId22"/>
    </p:embeddedFont>
    <p:embeddedFont>
      <p:font typeface="Playfair Display Medium" panose="020B0604020202020204" charset="0"/>
      <p:regular r:id="rId23"/>
      <p:bold r:id="rId24"/>
      <p:italic r:id="rId25"/>
      <p:boldItalic r:id="rId26"/>
    </p:embeddedFon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Playfair Display SemiBold" panose="020B0604020202020204" charset="0"/>
      <p:regular r:id="rId31"/>
      <p:bold r:id="rId32"/>
      <p:italic r:id="rId33"/>
      <p:boldItalic r:id="rId34"/>
    </p:embeddedFont>
    <p:embeddedFont>
      <p:font typeface="Google Sans" panose="020B0604020202020204" charset="0"/>
      <p:regular r:id="rId35"/>
      <p:bold r:id="rId36"/>
      <p:italic r:id="rId37"/>
      <p:boldItalic r:id="rId38"/>
    </p:embeddedFont>
    <p:embeddedFont>
      <p:font typeface="Playfair Display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97DAE5-6A34-47E9-B949-7D16D55623C5}">
  <a:tblStyle styleId="{1F97DAE5-6A34-47E9-B949-7D16D55623C5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6E7"/>
          </a:solidFill>
        </a:fill>
      </a:tcStyle>
    </a:wholeTbl>
    <a:band1H>
      <a:tcTxStyle/>
      <a:tcStyle>
        <a:tcBdr/>
        <a:fill>
          <a:solidFill>
            <a:srgbClr val="EECA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CA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BD2C5EF-CF05-474D-8DC1-0D6A21E87CAA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7E7"/>
          </a:solidFill>
        </a:fill>
      </a:tcStyle>
    </a:wholeTbl>
    <a:band1H>
      <a:tcTxStyle/>
      <a:tcStyle>
        <a:tcBdr/>
        <a:fill>
          <a:solidFill>
            <a:srgbClr val="E9CA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9CA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font" Target="fonts/font28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46" Type="http://schemas.openxmlformats.org/officeDocument/2006/relationships/tableStyles" Target="tableStyles.xml"/><Relationship Id="rId20" Type="http://schemas.openxmlformats.org/officeDocument/2006/relationships/font" Target="fonts/font6.fntdata"/><Relationship Id="rId41" Type="http://schemas.openxmlformats.org/officeDocument/2006/relationships/font" Target="fonts/font2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aba320726_0_2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aba320726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841840c7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f841840c78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f841840c78_0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</a:rPr>
              <a:t>2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aba320726_0_3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faba320726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aba320726_0_3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faba320726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b729ee918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357" name="Google Shape;357;g3fb729ee918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aba320726_0_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faba320726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aba320726_0_5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g3faba320726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841840c78_0_5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Saftey &amp; Security (explanationd ibawahnya)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f841840c78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aba320726_0_6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g3faba320726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841840c78_0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3f841840c78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8132490" y="405008"/>
            <a:ext cx="502875" cy="205354"/>
            <a:chOff x="670620" y="5956300"/>
            <a:chExt cx="1021016" cy="416941"/>
          </a:xfrm>
        </p:grpSpPr>
        <p:grpSp>
          <p:nvGrpSpPr>
            <p:cNvPr id="58" name="Google Shape;58;p14"/>
            <p:cNvGrpSpPr/>
            <p:nvPr/>
          </p:nvGrpSpPr>
          <p:grpSpPr>
            <a:xfrm>
              <a:off x="670620" y="5956300"/>
              <a:ext cx="1021016" cy="416941"/>
              <a:chOff x="670620" y="5956300"/>
              <a:chExt cx="1021016" cy="416941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670620" y="5957411"/>
                <a:ext cx="315150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315150" h="414718" extrusionOk="0">
                    <a:moveTo>
                      <a:pt x="170466" y="414607"/>
                    </a:moveTo>
                    <a:cubicBezTo>
                      <a:pt x="139573" y="414607"/>
                      <a:pt x="109680" y="409273"/>
                      <a:pt x="81566" y="398828"/>
                    </a:cubicBezTo>
                    <a:cubicBezTo>
                      <a:pt x="53340" y="388382"/>
                      <a:pt x="26892" y="372047"/>
                      <a:pt x="2889" y="350377"/>
                    </a:cubicBezTo>
                    <a:lnTo>
                      <a:pt x="0" y="347821"/>
                    </a:lnTo>
                    <a:lnTo>
                      <a:pt x="46895" y="292037"/>
                    </a:lnTo>
                    <a:lnTo>
                      <a:pt x="50006" y="294704"/>
                    </a:lnTo>
                    <a:cubicBezTo>
                      <a:pt x="68786" y="310928"/>
                      <a:pt x="88122" y="323596"/>
                      <a:pt x="107236" y="332264"/>
                    </a:cubicBezTo>
                    <a:cubicBezTo>
                      <a:pt x="126238" y="340820"/>
                      <a:pt x="148019" y="345154"/>
                      <a:pt x="172244" y="345154"/>
                    </a:cubicBezTo>
                    <a:cubicBezTo>
                      <a:pt x="192691" y="345154"/>
                      <a:pt x="209137" y="340820"/>
                      <a:pt x="221028" y="332375"/>
                    </a:cubicBezTo>
                    <a:cubicBezTo>
                      <a:pt x="232696" y="324041"/>
                      <a:pt x="238252" y="313261"/>
                      <a:pt x="238252" y="299482"/>
                    </a:cubicBezTo>
                    <a:lnTo>
                      <a:pt x="238252" y="298371"/>
                    </a:lnTo>
                    <a:cubicBezTo>
                      <a:pt x="238252" y="291814"/>
                      <a:pt x="237141" y="286036"/>
                      <a:pt x="234918" y="281035"/>
                    </a:cubicBezTo>
                    <a:cubicBezTo>
                      <a:pt x="232807" y="276257"/>
                      <a:pt x="228584" y="271590"/>
                      <a:pt x="222583" y="267033"/>
                    </a:cubicBezTo>
                    <a:cubicBezTo>
                      <a:pt x="216360" y="262366"/>
                      <a:pt x="207582" y="258032"/>
                      <a:pt x="196469" y="254032"/>
                    </a:cubicBezTo>
                    <a:cubicBezTo>
                      <a:pt x="185134" y="249920"/>
                      <a:pt x="170244" y="245809"/>
                      <a:pt x="151908" y="241697"/>
                    </a:cubicBezTo>
                    <a:cubicBezTo>
                      <a:pt x="130683" y="236807"/>
                      <a:pt x="111570" y="231140"/>
                      <a:pt x="95012" y="224917"/>
                    </a:cubicBezTo>
                    <a:cubicBezTo>
                      <a:pt x="78343" y="218583"/>
                      <a:pt x="64008" y="210804"/>
                      <a:pt x="52562" y="201692"/>
                    </a:cubicBezTo>
                    <a:cubicBezTo>
                      <a:pt x="41005" y="192469"/>
                      <a:pt x="32004" y="181023"/>
                      <a:pt x="25892" y="167799"/>
                    </a:cubicBezTo>
                    <a:cubicBezTo>
                      <a:pt x="19780" y="154575"/>
                      <a:pt x="16780" y="138351"/>
                      <a:pt x="16780" y="119793"/>
                    </a:cubicBezTo>
                    <a:lnTo>
                      <a:pt x="16780" y="118682"/>
                    </a:lnTo>
                    <a:cubicBezTo>
                      <a:pt x="16780" y="101235"/>
                      <a:pt x="20336" y="84900"/>
                      <a:pt x="27226" y="70342"/>
                    </a:cubicBezTo>
                    <a:cubicBezTo>
                      <a:pt x="34115" y="55785"/>
                      <a:pt x="43894" y="43117"/>
                      <a:pt x="56007" y="32893"/>
                    </a:cubicBezTo>
                    <a:cubicBezTo>
                      <a:pt x="68120" y="22670"/>
                      <a:pt x="82788" y="14557"/>
                      <a:pt x="99790" y="8779"/>
                    </a:cubicBezTo>
                    <a:cubicBezTo>
                      <a:pt x="116570" y="2889"/>
                      <a:pt x="135239" y="0"/>
                      <a:pt x="155242" y="0"/>
                    </a:cubicBezTo>
                    <a:cubicBezTo>
                      <a:pt x="184579" y="0"/>
                      <a:pt x="211360" y="4334"/>
                      <a:pt x="234807" y="13002"/>
                    </a:cubicBezTo>
                    <a:cubicBezTo>
                      <a:pt x="258255" y="21558"/>
                      <a:pt x="280591" y="34227"/>
                      <a:pt x="301149" y="50562"/>
                    </a:cubicBezTo>
                    <a:lnTo>
                      <a:pt x="304149" y="52896"/>
                    </a:lnTo>
                    <a:lnTo>
                      <a:pt x="262366" y="111792"/>
                    </a:lnTo>
                    <a:lnTo>
                      <a:pt x="259032" y="109458"/>
                    </a:lnTo>
                    <a:cubicBezTo>
                      <a:pt x="241364" y="96568"/>
                      <a:pt x="223584" y="86566"/>
                      <a:pt x="206248" y="79788"/>
                    </a:cubicBezTo>
                    <a:cubicBezTo>
                      <a:pt x="189135" y="73009"/>
                      <a:pt x="171577" y="69675"/>
                      <a:pt x="154019" y="69675"/>
                    </a:cubicBezTo>
                    <a:cubicBezTo>
                      <a:pt x="134684" y="69675"/>
                      <a:pt x="119571" y="73898"/>
                      <a:pt x="109125" y="82344"/>
                    </a:cubicBezTo>
                    <a:cubicBezTo>
                      <a:pt x="98679" y="90678"/>
                      <a:pt x="93678" y="100568"/>
                      <a:pt x="93678" y="112570"/>
                    </a:cubicBezTo>
                    <a:lnTo>
                      <a:pt x="93678" y="113681"/>
                    </a:lnTo>
                    <a:cubicBezTo>
                      <a:pt x="93678" y="120571"/>
                      <a:pt x="94901" y="126794"/>
                      <a:pt x="97346" y="132128"/>
                    </a:cubicBezTo>
                    <a:cubicBezTo>
                      <a:pt x="99679" y="137239"/>
                      <a:pt x="104013" y="142018"/>
                      <a:pt x="110347" y="146241"/>
                    </a:cubicBezTo>
                    <a:cubicBezTo>
                      <a:pt x="117015" y="150686"/>
                      <a:pt x="126349" y="155019"/>
                      <a:pt x="138240" y="159020"/>
                    </a:cubicBezTo>
                    <a:cubicBezTo>
                      <a:pt x="150241" y="163132"/>
                      <a:pt x="165910" y="167465"/>
                      <a:pt x="184579" y="171910"/>
                    </a:cubicBezTo>
                    <a:cubicBezTo>
                      <a:pt x="205470" y="177244"/>
                      <a:pt x="224139" y="183134"/>
                      <a:pt x="240363" y="189579"/>
                    </a:cubicBezTo>
                    <a:cubicBezTo>
                      <a:pt x="256810" y="196136"/>
                      <a:pt x="270589" y="204248"/>
                      <a:pt x="281480" y="213693"/>
                    </a:cubicBezTo>
                    <a:cubicBezTo>
                      <a:pt x="292481" y="223250"/>
                      <a:pt x="300927" y="234585"/>
                      <a:pt x="306594" y="247253"/>
                    </a:cubicBezTo>
                    <a:cubicBezTo>
                      <a:pt x="312261" y="259921"/>
                      <a:pt x="315151" y="274812"/>
                      <a:pt x="315151" y="291481"/>
                    </a:cubicBezTo>
                    <a:lnTo>
                      <a:pt x="315151" y="292592"/>
                    </a:lnTo>
                    <a:cubicBezTo>
                      <a:pt x="315151" y="311483"/>
                      <a:pt x="311483" y="328819"/>
                      <a:pt x="304371" y="344043"/>
                    </a:cubicBezTo>
                    <a:cubicBezTo>
                      <a:pt x="297259" y="359156"/>
                      <a:pt x="287147" y="372158"/>
                      <a:pt x="274479" y="382715"/>
                    </a:cubicBezTo>
                    <a:cubicBezTo>
                      <a:pt x="261811" y="393160"/>
                      <a:pt x="246364" y="401161"/>
                      <a:pt x="228695" y="406606"/>
                    </a:cubicBezTo>
                    <a:cubicBezTo>
                      <a:pt x="211138" y="411940"/>
                      <a:pt x="191580" y="414718"/>
                      <a:pt x="170577" y="4147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1010106" y="5963078"/>
                <a:ext cx="301704" cy="403383"/>
              </a:xfrm>
              <a:custGeom>
                <a:avLst/>
                <a:gdLst/>
                <a:ahLst/>
                <a:cxnLst/>
                <a:rect l="l" t="t" r="r" b="b"/>
                <a:pathLst>
                  <a:path w="301704" h="403383" extrusionOk="0">
                    <a:moveTo>
                      <a:pt x="0" y="403384"/>
                    </a:moveTo>
                    <a:lnTo>
                      <a:pt x="0" y="0"/>
                    </a:lnTo>
                    <a:lnTo>
                      <a:pt x="301704" y="0"/>
                    </a:lnTo>
                    <a:lnTo>
                      <a:pt x="301704" y="70676"/>
                    </a:lnTo>
                    <a:lnTo>
                      <a:pt x="76899" y="70676"/>
                    </a:lnTo>
                    <a:lnTo>
                      <a:pt x="76899" y="171688"/>
                    </a:lnTo>
                    <a:lnTo>
                      <a:pt x="276257" y="171688"/>
                    </a:lnTo>
                    <a:lnTo>
                      <a:pt x="276257" y="242364"/>
                    </a:lnTo>
                    <a:lnTo>
                      <a:pt x="76899" y="242364"/>
                    </a:lnTo>
                    <a:lnTo>
                      <a:pt x="76899" y="403384"/>
                    </a:lnTo>
                    <a:lnTo>
                      <a:pt x="0" y="4033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1313367" y="5956300"/>
                <a:ext cx="378269" cy="416941"/>
              </a:xfrm>
              <a:custGeom>
                <a:avLst/>
                <a:gdLst/>
                <a:ahLst/>
                <a:cxnLst/>
                <a:rect l="l" t="t" r="r" b="b"/>
                <a:pathLst>
                  <a:path w="378269" h="416941" extrusionOk="0">
                    <a:moveTo>
                      <a:pt x="209026" y="416941"/>
                    </a:moveTo>
                    <a:cubicBezTo>
                      <a:pt x="177800" y="416941"/>
                      <a:pt x="148907" y="411607"/>
                      <a:pt x="123349" y="401161"/>
                    </a:cubicBezTo>
                    <a:cubicBezTo>
                      <a:pt x="97679" y="390604"/>
                      <a:pt x="75565" y="375936"/>
                      <a:pt x="57341" y="357378"/>
                    </a:cubicBezTo>
                    <a:cubicBezTo>
                      <a:pt x="39116" y="338820"/>
                      <a:pt x="24892" y="316706"/>
                      <a:pt x="15002" y="291703"/>
                    </a:cubicBezTo>
                    <a:cubicBezTo>
                      <a:pt x="5112" y="266700"/>
                      <a:pt x="0" y="239141"/>
                      <a:pt x="0" y="209693"/>
                    </a:cubicBezTo>
                    <a:lnTo>
                      <a:pt x="0" y="208582"/>
                    </a:lnTo>
                    <a:cubicBezTo>
                      <a:pt x="0" y="180689"/>
                      <a:pt x="5223" y="153797"/>
                      <a:pt x="15446" y="128572"/>
                    </a:cubicBezTo>
                    <a:cubicBezTo>
                      <a:pt x="25670" y="103346"/>
                      <a:pt x="40116" y="81010"/>
                      <a:pt x="58674" y="62008"/>
                    </a:cubicBezTo>
                    <a:cubicBezTo>
                      <a:pt x="77121" y="43117"/>
                      <a:pt x="99346" y="27892"/>
                      <a:pt x="124793" y="16780"/>
                    </a:cubicBezTo>
                    <a:cubicBezTo>
                      <a:pt x="150241" y="5667"/>
                      <a:pt x="178467" y="0"/>
                      <a:pt x="208582" y="0"/>
                    </a:cubicBezTo>
                    <a:cubicBezTo>
                      <a:pt x="226028" y="0"/>
                      <a:pt x="242141" y="1222"/>
                      <a:pt x="256476" y="3667"/>
                    </a:cubicBezTo>
                    <a:cubicBezTo>
                      <a:pt x="270812" y="6223"/>
                      <a:pt x="284258" y="9779"/>
                      <a:pt x="296481" y="14335"/>
                    </a:cubicBezTo>
                    <a:cubicBezTo>
                      <a:pt x="308705" y="18891"/>
                      <a:pt x="320373" y="24670"/>
                      <a:pt x="331375" y="31337"/>
                    </a:cubicBezTo>
                    <a:cubicBezTo>
                      <a:pt x="342265" y="38005"/>
                      <a:pt x="352933" y="45784"/>
                      <a:pt x="363268" y="54562"/>
                    </a:cubicBezTo>
                    <a:lnTo>
                      <a:pt x="366268" y="57118"/>
                    </a:lnTo>
                    <a:lnTo>
                      <a:pt x="317040" y="115792"/>
                    </a:lnTo>
                    <a:lnTo>
                      <a:pt x="313928" y="113125"/>
                    </a:lnTo>
                    <a:cubicBezTo>
                      <a:pt x="306483" y="106791"/>
                      <a:pt x="298815" y="101013"/>
                      <a:pt x="291148" y="95901"/>
                    </a:cubicBezTo>
                    <a:cubicBezTo>
                      <a:pt x="283480" y="90789"/>
                      <a:pt x="275368" y="86455"/>
                      <a:pt x="267033" y="83010"/>
                    </a:cubicBezTo>
                    <a:cubicBezTo>
                      <a:pt x="258699" y="79566"/>
                      <a:pt x="249364" y="76787"/>
                      <a:pt x="239252" y="74787"/>
                    </a:cubicBezTo>
                    <a:cubicBezTo>
                      <a:pt x="229140" y="72787"/>
                      <a:pt x="217916" y="71787"/>
                      <a:pt x="205915" y="71787"/>
                    </a:cubicBezTo>
                    <a:cubicBezTo>
                      <a:pt x="188579" y="71787"/>
                      <a:pt x="172133" y="75454"/>
                      <a:pt x="157131" y="82677"/>
                    </a:cubicBezTo>
                    <a:cubicBezTo>
                      <a:pt x="142018" y="90011"/>
                      <a:pt x="128794" y="99901"/>
                      <a:pt x="117681" y="112014"/>
                    </a:cubicBezTo>
                    <a:cubicBezTo>
                      <a:pt x="106569" y="124238"/>
                      <a:pt x="97679" y="138795"/>
                      <a:pt x="91345" y="155242"/>
                    </a:cubicBezTo>
                    <a:cubicBezTo>
                      <a:pt x="85011" y="171688"/>
                      <a:pt x="81788" y="189246"/>
                      <a:pt x="81788" y="207582"/>
                    </a:cubicBezTo>
                    <a:lnTo>
                      <a:pt x="81788" y="208693"/>
                    </a:lnTo>
                    <a:cubicBezTo>
                      <a:pt x="81788" y="228473"/>
                      <a:pt x="84900" y="247142"/>
                      <a:pt x="91123" y="263922"/>
                    </a:cubicBezTo>
                    <a:cubicBezTo>
                      <a:pt x="97345" y="280702"/>
                      <a:pt x="106236" y="295259"/>
                      <a:pt x="117570" y="307261"/>
                    </a:cubicBezTo>
                    <a:cubicBezTo>
                      <a:pt x="129016" y="319262"/>
                      <a:pt x="142796" y="328819"/>
                      <a:pt x="158575" y="335820"/>
                    </a:cubicBezTo>
                    <a:cubicBezTo>
                      <a:pt x="174355" y="342710"/>
                      <a:pt x="192246" y="346266"/>
                      <a:pt x="211915" y="346266"/>
                    </a:cubicBezTo>
                    <a:cubicBezTo>
                      <a:pt x="230140" y="346266"/>
                      <a:pt x="247475" y="343599"/>
                      <a:pt x="263255" y="338265"/>
                    </a:cubicBezTo>
                    <a:cubicBezTo>
                      <a:pt x="278368" y="333153"/>
                      <a:pt x="291814" y="326374"/>
                      <a:pt x="303038" y="318151"/>
                    </a:cubicBezTo>
                    <a:lnTo>
                      <a:pt x="303038" y="249809"/>
                    </a:lnTo>
                    <a:lnTo>
                      <a:pt x="201914" y="249809"/>
                    </a:lnTo>
                    <a:lnTo>
                      <a:pt x="201914" y="181356"/>
                    </a:lnTo>
                    <a:lnTo>
                      <a:pt x="378269" y="181356"/>
                    </a:lnTo>
                    <a:lnTo>
                      <a:pt x="378269" y="353266"/>
                    </a:lnTo>
                    <a:lnTo>
                      <a:pt x="376825" y="354489"/>
                    </a:lnTo>
                    <a:cubicBezTo>
                      <a:pt x="366935" y="362934"/>
                      <a:pt x="355822" y="370935"/>
                      <a:pt x="343932" y="378492"/>
                    </a:cubicBezTo>
                    <a:cubicBezTo>
                      <a:pt x="331930" y="386048"/>
                      <a:pt x="318818" y="392827"/>
                      <a:pt x="304927" y="398605"/>
                    </a:cubicBezTo>
                    <a:cubicBezTo>
                      <a:pt x="290925" y="404384"/>
                      <a:pt x="275812" y="408829"/>
                      <a:pt x="259810" y="412052"/>
                    </a:cubicBezTo>
                    <a:cubicBezTo>
                      <a:pt x="243808" y="415274"/>
                      <a:pt x="226806" y="416941"/>
                      <a:pt x="209360" y="41694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62;p14"/>
            <p:cNvSpPr/>
            <p:nvPr/>
          </p:nvSpPr>
          <p:spPr>
            <a:xfrm>
              <a:off x="1443938" y="6136989"/>
              <a:ext cx="247364" cy="69564"/>
            </a:xfrm>
            <a:custGeom>
              <a:avLst/>
              <a:gdLst/>
              <a:ahLst/>
              <a:cxnLst/>
              <a:rect l="l" t="t" r="r" b="b"/>
              <a:pathLst>
                <a:path w="247364" h="69564" extrusionOk="0">
                  <a:moveTo>
                    <a:pt x="68342" y="0"/>
                  </a:moveTo>
                  <a:lnTo>
                    <a:pt x="247364" y="0"/>
                  </a:lnTo>
                  <a:lnTo>
                    <a:pt x="171021" y="69564"/>
                  </a:lnTo>
                  <a:lnTo>
                    <a:pt x="0" y="69564"/>
                  </a:lnTo>
                  <a:lnTo>
                    <a:pt x="68342" y="0"/>
                  </a:lnTo>
                  <a:close/>
                </a:path>
              </a:pathLst>
            </a:custGeom>
            <a:solidFill>
              <a:srgbClr val="5B942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fair Display Medium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fair Display Medium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 Medium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322049" y="494416"/>
            <a:ext cx="83508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322049" y="1205345"/>
            <a:ext cx="8350800" cy="3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1142999" y="1475509"/>
            <a:ext cx="68580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452437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2"/>
          </p:nvPr>
        </p:nvSpPr>
        <p:spPr>
          <a:xfrm>
            <a:off x="450504" y="2708697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sz="21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sz="21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sz="21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sz="2100" b="1"/>
            </a:lvl5pPr>
            <a:lvl6pPr marL="2743200" lvl="5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sldNum" idx="12"/>
          </p:nvPr>
        </p:nvSpPr>
        <p:spPr>
          <a:xfrm>
            <a:off x="4500563" y="4657282"/>
            <a:ext cx="13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7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322049" y="494416"/>
            <a:ext cx="83508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body" idx="1"/>
          </p:nvPr>
        </p:nvSpPr>
        <p:spPr>
          <a:xfrm>
            <a:off x="322048" y="1211895"/>
            <a:ext cx="4000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body" idx="2"/>
          </p:nvPr>
        </p:nvSpPr>
        <p:spPr>
          <a:xfrm>
            <a:off x="4536883" y="1211895"/>
            <a:ext cx="41361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322049" y="494416"/>
            <a:ext cx="83508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/>
        </p:nvSpPr>
        <p:spPr>
          <a:xfrm>
            <a:off x="2261755" y="2022764"/>
            <a:ext cx="4620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End of Document</a:t>
            </a:r>
            <a:endParaRPr sz="1100"/>
          </a:p>
        </p:txBody>
      </p:sp>
      <p:sp>
        <p:nvSpPr>
          <p:cNvPr id="173" name="Google Shape;173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3" name="Google Shape;183;p3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3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5" name="Google Shape;185;p3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6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91" name="Google Shape;191;p3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92" name="Google Shape;192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">
  <p:cSld name="Graphic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>
            <a:spLocks noGrp="1"/>
          </p:cNvSpPr>
          <p:nvPr>
            <p:ph type="title"/>
          </p:nvPr>
        </p:nvSpPr>
        <p:spPr>
          <a:xfrm>
            <a:off x="322049" y="494416"/>
            <a:ext cx="83508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>
            <a:spLocks noGrp="1"/>
          </p:cNvSpPr>
          <p:nvPr>
            <p:ph type="title"/>
          </p:nvPr>
        </p:nvSpPr>
        <p:spPr>
          <a:xfrm>
            <a:off x="322049" y="494416"/>
            <a:ext cx="83508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aphicFrame>
        <p:nvGraphicFramePr>
          <p:cNvPr id="200" name="Google Shape;200;p38"/>
          <p:cNvGraphicFramePr/>
          <p:nvPr/>
        </p:nvGraphicFramePr>
        <p:xfrm>
          <a:off x="322049" y="13433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{1F97DAE5-6A34-47E9-B949-7D16D55623C5}</a:tableStyleId>
              </a:tblPr>
              <a:tblGrid>
                <a:gridCol w="112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1" name="Google Shape;201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accent3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40"/>
          <p:cNvGrpSpPr/>
          <p:nvPr/>
        </p:nvGrpSpPr>
        <p:grpSpPr>
          <a:xfrm>
            <a:off x="8132474" y="404864"/>
            <a:ext cx="502850" cy="205343"/>
            <a:chOff x="670620" y="5956300"/>
            <a:chExt cx="1021016" cy="416941"/>
          </a:xfrm>
        </p:grpSpPr>
        <p:grpSp>
          <p:nvGrpSpPr>
            <p:cNvPr id="211" name="Google Shape;211;p40"/>
            <p:cNvGrpSpPr/>
            <p:nvPr/>
          </p:nvGrpSpPr>
          <p:grpSpPr>
            <a:xfrm>
              <a:off x="670620" y="5956300"/>
              <a:ext cx="1021016" cy="416941"/>
              <a:chOff x="670620" y="5956300"/>
              <a:chExt cx="1021016" cy="416941"/>
            </a:xfrm>
          </p:grpSpPr>
          <p:sp>
            <p:nvSpPr>
              <p:cNvPr id="212" name="Google Shape;212;p40"/>
              <p:cNvSpPr/>
              <p:nvPr/>
            </p:nvSpPr>
            <p:spPr>
              <a:xfrm>
                <a:off x="670620" y="5957411"/>
                <a:ext cx="315150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315150" h="414718" extrusionOk="0">
                    <a:moveTo>
                      <a:pt x="170466" y="414607"/>
                    </a:moveTo>
                    <a:cubicBezTo>
                      <a:pt x="139573" y="414607"/>
                      <a:pt x="109680" y="409273"/>
                      <a:pt x="81566" y="398828"/>
                    </a:cubicBezTo>
                    <a:cubicBezTo>
                      <a:pt x="53340" y="388382"/>
                      <a:pt x="26892" y="372047"/>
                      <a:pt x="2889" y="350377"/>
                    </a:cubicBezTo>
                    <a:lnTo>
                      <a:pt x="0" y="347821"/>
                    </a:lnTo>
                    <a:lnTo>
                      <a:pt x="46895" y="292037"/>
                    </a:lnTo>
                    <a:lnTo>
                      <a:pt x="50006" y="294704"/>
                    </a:lnTo>
                    <a:cubicBezTo>
                      <a:pt x="68786" y="310928"/>
                      <a:pt x="88122" y="323596"/>
                      <a:pt x="107236" y="332264"/>
                    </a:cubicBezTo>
                    <a:cubicBezTo>
                      <a:pt x="126238" y="340820"/>
                      <a:pt x="148019" y="345154"/>
                      <a:pt x="172244" y="345154"/>
                    </a:cubicBezTo>
                    <a:cubicBezTo>
                      <a:pt x="192691" y="345154"/>
                      <a:pt x="209137" y="340820"/>
                      <a:pt x="221028" y="332375"/>
                    </a:cubicBezTo>
                    <a:cubicBezTo>
                      <a:pt x="232696" y="324041"/>
                      <a:pt x="238252" y="313261"/>
                      <a:pt x="238252" y="299482"/>
                    </a:cubicBezTo>
                    <a:lnTo>
                      <a:pt x="238252" y="298371"/>
                    </a:lnTo>
                    <a:cubicBezTo>
                      <a:pt x="238252" y="291814"/>
                      <a:pt x="237141" y="286036"/>
                      <a:pt x="234918" y="281035"/>
                    </a:cubicBezTo>
                    <a:cubicBezTo>
                      <a:pt x="232807" y="276257"/>
                      <a:pt x="228584" y="271590"/>
                      <a:pt x="222583" y="267033"/>
                    </a:cubicBezTo>
                    <a:cubicBezTo>
                      <a:pt x="216360" y="262366"/>
                      <a:pt x="207582" y="258032"/>
                      <a:pt x="196469" y="254032"/>
                    </a:cubicBezTo>
                    <a:cubicBezTo>
                      <a:pt x="185134" y="249920"/>
                      <a:pt x="170244" y="245809"/>
                      <a:pt x="151908" y="241697"/>
                    </a:cubicBezTo>
                    <a:cubicBezTo>
                      <a:pt x="130683" y="236807"/>
                      <a:pt x="111570" y="231140"/>
                      <a:pt x="95012" y="224917"/>
                    </a:cubicBezTo>
                    <a:cubicBezTo>
                      <a:pt x="78343" y="218583"/>
                      <a:pt x="64008" y="210804"/>
                      <a:pt x="52562" y="201692"/>
                    </a:cubicBezTo>
                    <a:cubicBezTo>
                      <a:pt x="41005" y="192469"/>
                      <a:pt x="32004" y="181023"/>
                      <a:pt x="25892" y="167799"/>
                    </a:cubicBezTo>
                    <a:cubicBezTo>
                      <a:pt x="19780" y="154575"/>
                      <a:pt x="16780" y="138351"/>
                      <a:pt x="16780" y="119793"/>
                    </a:cubicBezTo>
                    <a:lnTo>
                      <a:pt x="16780" y="118682"/>
                    </a:lnTo>
                    <a:cubicBezTo>
                      <a:pt x="16780" y="101235"/>
                      <a:pt x="20336" y="84900"/>
                      <a:pt x="27226" y="70342"/>
                    </a:cubicBezTo>
                    <a:cubicBezTo>
                      <a:pt x="34115" y="55785"/>
                      <a:pt x="43894" y="43117"/>
                      <a:pt x="56007" y="32893"/>
                    </a:cubicBezTo>
                    <a:cubicBezTo>
                      <a:pt x="68120" y="22670"/>
                      <a:pt x="82788" y="14557"/>
                      <a:pt x="99790" y="8779"/>
                    </a:cubicBezTo>
                    <a:cubicBezTo>
                      <a:pt x="116570" y="2889"/>
                      <a:pt x="135239" y="0"/>
                      <a:pt x="155242" y="0"/>
                    </a:cubicBezTo>
                    <a:cubicBezTo>
                      <a:pt x="184579" y="0"/>
                      <a:pt x="211360" y="4334"/>
                      <a:pt x="234807" y="13002"/>
                    </a:cubicBezTo>
                    <a:cubicBezTo>
                      <a:pt x="258255" y="21558"/>
                      <a:pt x="280591" y="34227"/>
                      <a:pt x="301149" y="50562"/>
                    </a:cubicBezTo>
                    <a:lnTo>
                      <a:pt x="304149" y="52896"/>
                    </a:lnTo>
                    <a:lnTo>
                      <a:pt x="262366" y="111792"/>
                    </a:lnTo>
                    <a:lnTo>
                      <a:pt x="259032" y="109458"/>
                    </a:lnTo>
                    <a:cubicBezTo>
                      <a:pt x="241364" y="96568"/>
                      <a:pt x="223584" y="86566"/>
                      <a:pt x="206248" y="79788"/>
                    </a:cubicBezTo>
                    <a:cubicBezTo>
                      <a:pt x="189135" y="73009"/>
                      <a:pt x="171577" y="69675"/>
                      <a:pt x="154019" y="69675"/>
                    </a:cubicBezTo>
                    <a:cubicBezTo>
                      <a:pt x="134684" y="69675"/>
                      <a:pt x="119571" y="73898"/>
                      <a:pt x="109125" y="82344"/>
                    </a:cubicBezTo>
                    <a:cubicBezTo>
                      <a:pt x="98679" y="90678"/>
                      <a:pt x="93678" y="100568"/>
                      <a:pt x="93678" y="112570"/>
                    </a:cubicBezTo>
                    <a:lnTo>
                      <a:pt x="93678" y="113681"/>
                    </a:lnTo>
                    <a:cubicBezTo>
                      <a:pt x="93678" y="120571"/>
                      <a:pt x="94901" y="126794"/>
                      <a:pt x="97346" y="132128"/>
                    </a:cubicBezTo>
                    <a:cubicBezTo>
                      <a:pt x="99679" y="137239"/>
                      <a:pt x="104013" y="142018"/>
                      <a:pt x="110347" y="146241"/>
                    </a:cubicBezTo>
                    <a:cubicBezTo>
                      <a:pt x="117015" y="150686"/>
                      <a:pt x="126349" y="155019"/>
                      <a:pt x="138240" y="159020"/>
                    </a:cubicBezTo>
                    <a:cubicBezTo>
                      <a:pt x="150241" y="163132"/>
                      <a:pt x="165910" y="167465"/>
                      <a:pt x="184579" y="171910"/>
                    </a:cubicBezTo>
                    <a:cubicBezTo>
                      <a:pt x="205470" y="177244"/>
                      <a:pt x="224139" y="183134"/>
                      <a:pt x="240363" y="189579"/>
                    </a:cubicBezTo>
                    <a:cubicBezTo>
                      <a:pt x="256810" y="196136"/>
                      <a:pt x="270589" y="204248"/>
                      <a:pt x="281480" y="213693"/>
                    </a:cubicBezTo>
                    <a:cubicBezTo>
                      <a:pt x="292481" y="223250"/>
                      <a:pt x="300927" y="234585"/>
                      <a:pt x="306594" y="247253"/>
                    </a:cubicBezTo>
                    <a:cubicBezTo>
                      <a:pt x="312261" y="259921"/>
                      <a:pt x="315151" y="274812"/>
                      <a:pt x="315151" y="291481"/>
                    </a:cubicBezTo>
                    <a:lnTo>
                      <a:pt x="315151" y="292592"/>
                    </a:lnTo>
                    <a:cubicBezTo>
                      <a:pt x="315151" y="311483"/>
                      <a:pt x="311483" y="328819"/>
                      <a:pt x="304371" y="344043"/>
                    </a:cubicBezTo>
                    <a:cubicBezTo>
                      <a:pt x="297259" y="359156"/>
                      <a:pt x="287147" y="372158"/>
                      <a:pt x="274479" y="382715"/>
                    </a:cubicBezTo>
                    <a:cubicBezTo>
                      <a:pt x="261811" y="393160"/>
                      <a:pt x="246364" y="401161"/>
                      <a:pt x="228695" y="406606"/>
                    </a:cubicBezTo>
                    <a:cubicBezTo>
                      <a:pt x="211138" y="411940"/>
                      <a:pt x="191580" y="414718"/>
                      <a:pt x="170577" y="414718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51425" tIns="25700" rIns="51425" bIns="2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entury Gothic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0"/>
              <p:cNvSpPr/>
              <p:nvPr/>
            </p:nvSpPr>
            <p:spPr>
              <a:xfrm>
                <a:off x="1010106" y="5963078"/>
                <a:ext cx="301704" cy="403383"/>
              </a:xfrm>
              <a:custGeom>
                <a:avLst/>
                <a:gdLst/>
                <a:ahLst/>
                <a:cxnLst/>
                <a:rect l="l" t="t" r="r" b="b"/>
                <a:pathLst>
                  <a:path w="301704" h="403383" extrusionOk="0">
                    <a:moveTo>
                      <a:pt x="0" y="403384"/>
                    </a:moveTo>
                    <a:lnTo>
                      <a:pt x="0" y="0"/>
                    </a:lnTo>
                    <a:lnTo>
                      <a:pt x="301704" y="0"/>
                    </a:lnTo>
                    <a:lnTo>
                      <a:pt x="301704" y="70676"/>
                    </a:lnTo>
                    <a:lnTo>
                      <a:pt x="76899" y="70676"/>
                    </a:lnTo>
                    <a:lnTo>
                      <a:pt x="76899" y="171688"/>
                    </a:lnTo>
                    <a:lnTo>
                      <a:pt x="276257" y="171688"/>
                    </a:lnTo>
                    <a:lnTo>
                      <a:pt x="276257" y="242364"/>
                    </a:lnTo>
                    <a:lnTo>
                      <a:pt x="76899" y="242364"/>
                    </a:lnTo>
                    <a:lnTo>
                      <a:pt x="76899" y="403384"/>
                    </a:lnTo>
                    <a:lnTo>
                      <a:pt x="0" y="40338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51425" tIns="25700" rIns="51425" bIns="2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entury Gothic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0"/>
              <p:cNvSpPr/>
              <p:nvPr/>
            </p:nvSpPr>
            <p:spPr>
              <a:xfrm>
                <a:off x="1313367" y="5956300"/>
                <a:ext cx="378269" cy="416941"/>
              </a:xfrm>
              <a:custGeom>
                <a:avLst/>
                <a:gdLst/>
                <a:ahLst/>
                <a:cxnLst/>
                <a:rect l="l" t="t" r="r" b="b"/>
                <a:pathLst>
                  <a:path w="378269" h="416941" extrusionOk="0">
                    <a:moveTo>
                      <a:pt x="209026" y="416941"/>
                    </a:moveTo>
                    <a:cubicBezTo>
                      <a:pt x="177800" y="416941"/>
                      <a:pt x="148907" y="411607"/>
                      <a:pt x="123349" y="401161"/>
                    </a:cubicBezTo>
                    <a:cubicBezTo>
                      <a:pt x="97679" y="390604"/>
                      <a:pt x="75565" y="375936"/>
                      <a:pt x="57341" y="357378"/>
                    </a:cubicBezTo>
                    <a:cubicBezTo>
                      <a:pt x="39116" y="338820"/>
                      <a:pt x="24892" y="316706"/>
                      <a:pt x="15002" y="291703"/>
                    </a:cubicBezTo>
                    <a:cubicBezTo>
                      <a:pt x="5112" y="266700"/>
                      <a:pt x="0" y="239141"/>
                      <a:pt x="0" y="209693"/>
                    </a:cubicBezTo>
                    <a:lnTo>
                      <a:pt x="0" y="208582"/>
                    </a:lnTo>
                    <a:cubicBezTo>
                      <a:pt x="0" y="180689"/>
                      <a:pt x="5223" y="153797"/>
                      <a:pt x="15446" y="128572"/>
                    </a:cubicBezTo>
                    <a:cubicBezTo>
                      <a:pt x="25670" y="103346"/>
                      <a:pt x="40116" y="81010"/>
                      <a:pt x="58674" y="62008"/>
                    </a:cubicBezTo>
                    <a:cubicBezTo>
                      <a:pt x="77121" y="43117"/>
                      <a:pt x="99346" y="27892"/>
                      <a:pt x="124793" y="16780"/>
                    </a:cubicBezTo>
                    <a:cubicBezTo>
                      <a:pt x="150241" y="5667"/>
                      <a:pt x="178467" y="0"/>
                      <a:pt x="208582" y="0"/>
                    </a:cubicBezTo>
                    <a:cubicBezTo>
                      <a:pt x="226028" y="0"/>
                      <a:pt x="242141" y="1222"/>
                      <a:pt x="256476" y="3667"/>
                    </a:cubicBezTo>
                    <a:cubicBezTo>
                      <a:pt x="270812" y="6223"/>
                      <a:pt x="284258" y="9779"/>
                      <a:pt x="296481" y="14335"/>
                    </a:cubicBezTo>
                    <a:cubicBezTo>
                      <a:pt x="308705" y="18891"/>
                      <a:pt x="320373" y="24670"/>
                      <a:pt x="331375" y="31337"/>
                    </a:cubicBezTo>
                    <a:cubicBezTo>
                      <a:pt x="342265" y="38005"/>
                      <a:pt x="352933" y="45784"/>
                      <a:pt x="363268" y="54562"/>
                    </a:cubicBezTo>
                    <a:lnTo>
                      <a:pt x="366268" y="57118"/>
                    </a:lnTo>
                    <a:lnTo>
                      <a:pt x="317040" y="115792"/>
                    </a:lnTo>
                    <a:lnTo>
                      <a:pt x="313928" y="113125"/>
                    </a:lnTo>
                    <a:cubicBezTo>
                      <a:pt x="306483" y="106791"/>
                      <a:pt x="298815" y="101013"/>
                      <a:pt x="291148" y="95901"/>
                    </a:cubicBezTo>
                    <a:cubicBezTo>
                      <a:pt x="283480" y="90789"/>
                      <a:pt x="275368" y="86455"/>
                      <a:pt x="267033" y="83010"/>
                    </a:cubicBezTo>
                    <a:cubicBezTo>
                      <a:pt x="258699" y="79566"/>
                      <a:pt x="249364" y="76787"/>
                      <a:pt x="239252" y="74787"/>
                    </a:cubicBezTo>
                    <a:cubicBezTo>
                      <a:pt x="229140" y="72787"/>
                      <a:pt x="217916" y="71787"/>
                      <a:pt x="205915" y="71787"/>
                    </a:cubicBezTo>
                    <a:cubicBezTo>
                      <a:pt x="188579" y="71787"/>
                      <a:pt x="172133" y="75454"/>
                      <a:pt x="157131" y="82677"/>
                    </a:cubicBezTo>
                    <a:cubicBezTo>
                      <a:pt x="142018" y="90011"/>
                      <a:pt x="128794" y="99901"/>
                      <a:pt x="117681" y="112014"/>
                    </a:cubicBezTo>
                    <a:cubicBezTo>
                      <a:pt x="106569" y="124238"/>
                      <a:pt x="97679" y="138795"/>
                      <a:pt x="91345" y="155242"/>
                    </a:cubicBezTo>
                    <a:cubicBezTo>
                      <a:pt x="85011" y="171688"/>
                      <a:pt x="81788" y="189246"/>
                      <a:pt x="81788" y="207582"/>
                    </a:cubicBezTo>
                    <a:lnTo>
                      <a:pt x="81788" y="208693"/>
                    </a:lnTo>
                    <a:cubicBezTo>
                      <a:pt x="81788" y="228473"/>
                      <a:pt x="84900" y="247142"/>
                      <a:pt x="91123" y="263922"/>
                    </a:cubicBezTo>
                    <a:cubicBezTo>
                      <a:pt x="97345" y="280702"/>
                      <a:pt x="106236" y="295259"/>
                      <a:pt x="117570" y="307261"/>
                    </a:cubicBezTo>
                    <a:cubicBezTo>
                      <a:pt x="129016" y="319262"/>
                      <a:pt x="142796" y="328819"/>
                      <a:pt x="158575" y="335820"/>
                    </a:cubicBezTo>
                    <a:cubicBezTo>
                      <a:pt x="174355" y="342710"/>
                      <a:pt x="192246" y="346266"/>
                      <a:pt x="211915" y="346266"/>
                    </a:cubicBezTo>
                    <a:cubicBezTo>
                      <a:pt x="230140" y="346266"/>
                      <a:pt x="247475" y="343599"/>
                      <a:pt x="263255" y="338265"/>
                    </a:cubicBezTo>
                    <a:cubicBezTo>
                      <a:pt x="278368" y="333153"/>
                      <a:pt x="291814" y="326374"/>
                      <a:pt x="303038" y="318151"/>
                    </a:cubicBezTo>
                    <a:lnTo>
                      <a:pt x="303038" y="249809"/>
                    </a:lnTo>
                    <a:lnTo>
                      <a:pt x="201914" y="249809"/>
                    </a:lnTo>
                    <a:lnTo>
                      <a:pt x="201914" y="181356"/>
                    </a:lnTo>
                    <a:lnTo>
                      <a:pt x="378269" y="181356"/>
                    </a:lnTo>
                    <a:lnTo>
                      <a:pt x="378269" y="353266"/>
                    </a:lnTo>
                    <a:lnTo>
                      <a:pt x="376825" y="354489"/>
                    </a:lnTo>
                    <a:cubicBezTo>
                      <a:pt x="366935" y="362934"/>
                      <a:pt x="355822" y="370935"/>
                      <a:pt x="343932" y="378492"/>
                    </a:cubicBezTo>
                    <a:cubicBezTo>
                      <a:pt x="331930" y="386048"/>
                      <a:pt x="318818" y="392827"/>
                      <a:pt x="304927" y="398605"/>
                    </a:cubicBezTo>
                    <a:cubicBezTo>
                      <a:pt x="290925" y="404384"/>
                      <a:pt x="275812" y="408829"/>
                      <a:pt x="259810" y="412052"/>
                    </a:cubicBezTo>
                    <a:cubicBezTo>
                      <a:pt x="243808" y="415274"/>
                      <a:pt x="226806" y="416941"/>
                      <a:pt x="209360" y="416941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51425" tIns="25700" rIns="51425" bIns="2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entury Gothic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5" name="Google Shape;215;p40"/>
            <p:cNvSpPr/>
            <p:nvPr/>
          </p:nvSpPr>
          <p:spPr>
            <a:xfrm>
              <a:off x="1443938" y="6136989"/>
              <a:ext cx="247364" cy="69564"/>
            </a:xfrm>
            <a:custGeom>
              <a:avLst/>
              <a:gdLst/>
              <a:ahLst/>
              <a:cxnLst/>
              <a:rect l="l" t="t" r="r" b="b"/>
              <a:pathLst>
                <a:path w="247364" h="69564" extrusionOk="0">
                  <a:moveTo>
                    <a:pt x="68342" y="0"/>
                  </a:moveTo>
                  <a:lnTo>
                    <a:pt x="247364" y="0"/>
                  </a:lnTo>
                  <a:lnTo>
                    <a:pt x="171021" y="69564"/>
                  </a:lnTo>
                  <a:lnTo>
                    <a:pt x="0" y="69564"/>
                  </a:lnTo>
                  <a:lnTo>
                    <a:pt x="683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1425" tIns="25700" rIns="51425" bIns="2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entury Gothic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fair Display Medium"/>
              <a:buNone/>
              <a:defRPr sz="33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ogle Sans"/>
              <a:buChar char="•"/>
              <a:defRPr sz="21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ogle Sans"/>
              <a:buChar char="•"/>
              <a:defRPr sz="15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•"/>
              <a:defRPr sz="14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•"/>
              <a:defRPr sz="14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•"/>
              <a:defRPr sz="14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•"/>
              <a:defRPr sz="14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•"/>
              <a:defRPr sz="14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•"/>
              <a:defRPr sz="14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322049" y="494416"/>
            <a:ext cx="83508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322049" y="1205345"/>
            <a:ext cx="8350800" cy="3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144810" y="184123"/>
            <a:ext cx="741080" cy="17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/>
          <p:nvPr/>
        </p:nvSpPr>
        <p:spPr>
          <a:xfrm>
            <a:off x="0" y="0"/>
            <a:ext cx="45651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4565073" y="2069"/>
            <a:ext cx="4578900" cy="5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/>
          <p:nvPr/>
        </p:nvSpPr>
        <p:spPr>
          <a:xfrm rot="5400000">
            <a:off x="2871750" y="-1128675"/>
            <a:ext cx="3400500" cy="9144000"/>
          </a:xfrm>
          <a:prstGeom prst="rect">
            <a:avLst/>
          </a:prstGeom>
          <a:gradFill>
            <a:gsLst>
              <a:gs pos="0">
                <a:srgbClr val="000000">
                  <a:alpha val="63922"/>
                </a:srgbClr>
              </a:gs>
              <a:gs pos="64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1"/>
          <p:cNvSpPr txBox="1"/>
          <p:nvPr/>
        </p:nvSpPr>
        <p:spPr>
          <a:xfrm>
            <a:off x="561960" y="1458153"/>
            <a:ext cx="47619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50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Bringing Life </a:t>
            </a:r>
            <a:br>
              <a:rPr lang="en" sz="50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</a:br>
            <a:r>
              <a:rPr lang="en" sz="50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to the Last Mile.</a:t>
            </a:r>
            <a:endParaRPr sz="5000" b="0" i="0" u="none" strike="noStrike" cap="non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223" name="Google Shape;223;p41"/>
          <p:cNvSpPr txBox="1"/>
          <p:nvPr/>
        </p:nvSpPr>
        <p:spPr>
          <a:xfrm>
            <a:off x="619745" y="2792948"/>
            <a:ext cx="296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Camp Life, City Standard</a:t>
            </a:r>
            <a:endParaRPr sz="1100" i="0" u="none" strike="noStrike" cap="non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24" name="Google Shape;224;p41"/>
          <p:cNvGrpSpPr/>
          <p:nvPr/>
        </p:nvGrpSpPr>
        <p:grpSpPr>
          <a:xfrm>
            <a:off x="8132474" y="404861"/>
            <a:ext cx="502850" cy="205343"/>
            <a:chOff x="670620" y="5956300"/>
            <a:chExt cx="1021016" cy="416941"/>
          </a:xfrm>
        </p:grpSpPr>
        <p:grpSp>
          <p:nvGrpSpPr>
            <p:cNvPr id="225" name="Google Shape;225;p41"/>
            <p:cNvGrpSpPr/>
            <p:nvPr/>
          </p:nvGrpSpPr>
          <p:grpSpPr>
            <a:xfrm>
              <a:off x="670620" y="5956300"/>
              <a:ext cx="1021016" cy="416941"/>
              <a:chOff x="670620" y="5956300"/>
              <a:chExt cx="1021016" cy="416941"/>
            </a:xfrm>
          </p:grpSpPr>
          <p:sp>
            <p:nvSpPr>
              <p:cNvPr id="226" name="Google Shape;226;p41"/>
              <p:cNvSpPr/>
              <p:nvPr/>
            </p:nvSpPr>
            <p:spPr>
              <a:xfrm>
                <a:off x="670620" y="5957411"/>
                <a:ext cx="315150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315150" h="414718" extrusionOk="0">
                    <a:moveTo>
                      <a:pt x="170466" y="414607"/>
                    </a:moveTo>
                    <a:cubicBezTo>
                      <a:pt x="139573" y="414607"/>
                      <a:pt x="109680" y="409273"/>
                      <a:pt x="81566" y="398828"/>
                    </a:cubicBezTo>
                    <a:cubicBezTo>
                      <a:pt x="53340" y="388382"/>
                      <a:pt x="26892" y="372047"/>
                      <a:pt x="2889" y="350377"/>
                    </a:cubicBezTo>
                    <a:lnTo>
                      <a:pt x="0" y="347821"/>
                    </a:lnTo>
                    <a:lnTo>
                      <a:pt x="46895" y="292037"/>
                    </a:lnTo>
                    <a:lnTo>
                      <a:pt x="50006" y="294704"/>
                    </a:lnTo>
                    <a:cubicBezTo>
                      <a:pt x="68786" y="310928"/>
                      <a:pt x="88122" y="323596"/>
                      <a:pt x="107236" y="332264"/>
                    </a:cubicBezTo>
                    <a:cubicBezTo>
                      <a:pt x="126238" y="340820"/>
                      <a:pt x="148019" y="345154"/>
                      <a:pt x="172244" y="345154"/>
                    </a:cubicBezTo>
                    <a:cubicBezTo>
                      <a:pt x="192691" y="345154"/>
                      <a:pt x="209137" y="340820"/>
                      <a:pt x="221028" y="332375"/>
                    </a:cubicBezTo>
                    <a:cubicBezTo>
                      <a:pt x="232696" y="324041"/>
                      <a:pt x="238252" y="313261"/>
                      <a:pt x="238252" y="299482"/>
                    </a:cubicBezTo>
                    <a:lnTo>
                      <a:pt x="238252" y="298371"/>
                    </a:lnTo>
                    <a:cubicBezTo>
                      <a:pt x="238252" y="291814"/>
                      <a:pt x="237141" y="286036"/>
                      <a:pt x="234918" y="281035"/>
                    </a:cubicBezTo>
                    <a:cubicBezTo>
                      <a:pt x="232807" y="276257"/>
                      <a:pt x="228584" y="271590"/>
                      <a:pt x="222583" y="267033"/>
                    </a:cubicBezTo>
                    <a:cubicBezTo>
                      <a:pt x="216360" y="262366"/>
                      <a:pt x="207582" y="258032"/>
                      <a:pt x="196469" y="254032"/>
                    </a:cubicBezTo>
                    <a:cubicBezTo>
                      <a:pt x="185134" y="249920"/>
                      <a:pt x="170244" y="245809"/>
                      <a:pt x="151908" y="241697"/>
                    </a:cubicBezTo>
                    <a:cubicBezTo>
                      <a:pt x="130683" y="236807"/>
                      <a:pt x="111570" y="231140"/>
                      <a:pt x="95012" y="224917"/>
                    </a:cubicBezTo>
                    <a:cubicBezTo>
                      <a:pt x="78343" y="218583"/>
                      <a:pt x="64008" y="210804"/>
                      <a:pt x="52562" y="201692"/>
                    </a:cubicBezTo>
                    <a:cubicBezTo>
                      <a:pt x="41005" y="192469"/>
                      <a:pt x="32004" y="181023"/>
                      <a:pt x="25892" y="167799"/>
                    </a:cubicBezTo>
                    <a:cubicBezTo>
                      <a:pt x="19780" y="154575"/>
                      <a:pt x="16780" y="138351"/>
                      <a:pt x="16780" y="119793"/>
                    </a:cubicBezTo>
                    <a:lnTo>
                      <a:pt x="16780" y="118682"/>
                    </a:lnTo>
                    <a:cubicBezTo>
                      <a:pt x="16780" y="101235"/>
                      <a:pt x="20336" y="84900"/>
                      <a:pt x="27226" y="70342"/>
                    </a:cubicBezTo>
                    <a:cubicBezTo>
                      <a:pt x="34115" y="55785"/>
                      <a:pt x="43894" y="43117"/>
                      <a:pt x="56007" y="32893"/>
                    </a:cubicBezTo>
                    <a:cubicBezTo>
                      <a:pt x="68120" y="22670"/>
                      <a:pt x="82788" y="14557"/>
                      <a:pt x="99790" y="8779"/>
                    </a:cubicBezTo>
                    <a:cubicBezTo>
                      <a:pt x="116570" y="2889"/>
                      <a:pt x="135239" y="0"/>
                      <a:pt x="155242" y="0"/>
                    </a:cubicBezTo>
                    <a:cubicBezTo>
                      <a:pt x="184579" y="0"/>
                      <a:pt x="211360" y="4334"/>
                      <a:pt x="234807" y="13002"/>
                    </a:cubicBezTo>
                    <a:cubicBezTo>
                      <a:pt x="258255" y="21558"/>
                      <a:pt x="280591" y="34227"/>
                      <a:pt x="301149" y="50562"/>
                    </a:cubicBezTo>
                    <a:lnTo>
                      <a:pt x="304149" y="52896"/>
                    </a:lnTo>
                    <a:lnTo>
                      <a:pt x="262366" y="111792"/>
                    </a:lnTo>
                    <a:lnTo>
                      <a:pt x="259032" y="109458"/>
                    </a:lnTo>
                    <a:cubicBezTo>
                      <a:pt x="241364" y="96568"/>
                      <a:pt x="223584" y="86566"/>
                      <a:pt x="206248" y="79788"/>
                    </a:cubicBezTo>
                    <a:cubicBezTo>
                      <a:pt x="189135" y="73009"/>
                      <a:pt x="171577" y="69675"/>
                      <a:pt x="154019" y="69675"/>
                    </a:cubicBezTo>
                    <a:cubicBezTo>
                      <a:pt x="134684" y="69675"/>
                      <a:pt x="119571" y="73898"/>
                      <a:pt x="109125" y="82344"/>
                    </a:cubicBezTo>
                    <a:cubicBezTo>
                      <a:pt x="98679" y="90678"/>
                      <a:pt x="93678" y="100568"/>
                      <a:pt x="93678" y="112570"/>
                    </a:cubicBezTo>
                    <a:lnTo>
                      <a:pt x="93678" y="113681"/>
                    </a:lnTo>
                    <a:cubicBezTo>
                      <a:pt x="93678" y="120571"/>
                      <a:pt x="94901" y="126794"/>
                      <a:pt x="97346" y="132128"/>
                    </a:cubicBezTo>
                    <a:cubicBezTo>
                      <a:pt x="99679" y="137239"/>
                      <a:pt x="104013" y="142018"/>
                      <a:pt x="110347" y="146241"/>
                    </a:cubicBezTo>
                    <a:cubicBezTo>
                      <a:pt x="117015" y="150686"/>
                      <a:pt x="126349" y="155019"/>
                      <a:pt x="138240" y="159020"/>
                    </a:cubicBezTo>
                    <a:cubicBezTo>
                      <a:pt x="150241" y="163132"/>
                      <a:pt x="165910" y="167465"/>
                      <a:pt x="184579" y="171910"/>
                    </a:cubicBezTo>
                    <a:cubicBezTo>
                      <a:pt x="205470" y="177244"/>
                      <a:pt x="224139" y="183134"/>
                      <a:pt x="240363" y="189579"/>
                    </a:cubicBezTo>
                    <a:cubicBezTo>
                      <a:pt x="256810" y="196136"/>
                      <a:pt x="270589" y="204248"/>
                      <a:pt x="281480" y="213693"/>
                    </a:cubicBezTo>
                    <a:cubicBezTo>
                      <a:pt x="292481" y="223250"/>
                      <a:pt x="300927" y="234585"/>
                      <a:pt x="306594" y="247253"/>
                    </a:cubicBezTo>
                    <a:cubicBezTo>
                      <a:pt x="312261" y="259921"/>
                      <a:pt x="315151" y="274812"/>
                      <a:pt x="315151" y="291481"/>
                    </a:cubicBezTo>
                    <a:lnTo>
                      <a:pt x="315151" y="292592"/>
                    </a:lnTo>
                    <a:cubicBezTo>
                      <a:pt x="315151" y="311483"/>
                      <a:pt x="311483" y="328819"/>
                      <a:pt x="304371" y="344043"/>
                    </a:cubicBezTo>
                    <a:cubicBezTo>
                      <a:pt x="297259" y="359156"/>
                      <a:pt x="287147" y="372158"/>
                      <a:pt x="274479" y="382715"/>
                    </a:cubicBezTo>
                    <a:cubicBezTo>
                      <a:pt x="261811" y="393160"/>
                      <a:pt x="246364" y="401161"/>
                      <a:pt x="228695" y="406606"/>
                    </a:cubicBezTo>
                    <a:cubicBezTo>
                      <a:pt x="211138" y="411940"/>
                      <a:pt x="191580" y="414718"/>
                      <a:pt x="170577" y="414718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1"/>
              <p:cNvSpPr/>
              <p:nvPr/>
            </p:nvSpPr>
            <p:spPr>
              <a:xfrm>
                <a:off x="1010106" y="5963078"/>
                <a:ext cx="301704" cy="403383"/>
              </a:xfrm>
              <a:custGeom>
                <a:avLst/>
                <a:gdLst/>
                <a:ahLst/>
                <a:cxnLst/>
                <a:rect l="l" t="t" r="r" b="b"/>
                <a:pathLst>
                  <a:path w="301704" h="403383" extrusionOk="0">
                    <a:moveTo>
                      <a:pt x="0" y="403384"/>
                    </a:moveTo>
                    <a:lnTo>
                      <a:pt x="0" y="0"/>
                    </a:lnTo>
                    <a:lnTo>
                      <a:pt x="301704" y="0"/>
                    </a:lnTo>
                    <a:lnTo>
                      <a:pt x="301704" y="70676"/>
                    </a:lnTo>
                    <a:lnTo>
                      <a:pt x="76899" y="70676"/>
                    </a:lnTo>
                    <a:lnTo>
                      <a:pt x="76899" y="171688"/>
                    </a:lnTo>
                    <a:lnTo>
                      <a:pt x="276257" y="171688"/>
                    </a:lnTo>
                    <a:lnTo>
                      <a:pt x="276257" y="242364"/>
                    </a:lnTo>
                    <a:lnTo>
                      <a:pt x="76899" y="242364"/>
                    </a:lnTo>
                    <a:lnTo>
                      <a:pt x="76899" y="403384"/>
                    </a:lnTo>
                    <a:lnTo>
                      <a:pt x="0" y="40338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1"/>
              <p:cNvSpPr/>
              <p:nvPr/>
            </p:nvSpPr>
            <p:spPr>
              <a:xfrm>
                <a:off x="1313367" y="5956300"/>
                <a:ext cx="378269" cy="416941"/>
              </a:xfrm>
              <a:custGeom>
                <a:avLst/>
                <a:gdLst/>
                <a:ahLst/>
                <a:cxnLst/>
                <a:rect l="l" t="t" r="r" b="b"/>
                <a:pathLst>
                  <a:path w="378269" h="416941" extrusionOk="0">
                    <a:moveTo>
                      <a:pt x="209026" y="416941"/>
                    </a:moveTo>
                    <a:cubicBezTo>
                      <a:pt x="177800" y="416941"/>
                      <a:pt x="148907" y="411607"/>
                      <a:pt x="123349" y="401161"/>
                    </a:cubicBezTo>
                    <a:cubicBezTo>
                      <a:pt x="97679" y="390604"/>
                      <a:pt x="75565" y="375936"/>
                      <a:pt x="57341" y="357378"/>
                    </a:cubicBezTo>
                    <a:cubicBezTo>
                      <a:pt x="39116" y="338820"/>
                      <a:pt x="24892" y="316706"/>
                      <a:pt x="15002" y="291703"/>
                    </a:cubicBezTo>
                    <a:cubicBezTo>
                      <a:pt x="5112" y="266700"/>
                      <a:pt x="0" y="239141"/>
                      <a:pt x="0" y="209693"/>
                    </a:cubicBezTo>
                    <a:lnTo>
                      <a:pt x="0" y="208582"/>
                    </a:lnTo>
                    <a:cubicBezTo>
                      <a:pt x="0" y="180689"/>
                      <a:pt x="5223" y="153797"/>
                      <a:pt x="15446" y="128572"/>
                    </a:cubicBezTo>
                    <a:cubicBezTo>
                      <a:pt x="25670" y="103346"/>
                      <a:pt x="40116" y="81010"/>
                      <a:pt x="58674" y="62008"/>
                    </a:cubicBezTo>
                    <a:cubicBezTo>
                      <a:pt x="77121" y="43117"/>
                      <a:pt x="99346" y="27892"/>
                      <a:pt x="124793" y="16780"/>
                    </a:cubicBezTo>
                    <a:cubicBezTo>
                      <a:pt x="150241" y="5667"/>
                      <a:pt x="178467" y="0"/>
                      <a:pt x="208582" y="0"/>
                    </a:cubicBezTo>
                    <a:cubicBezTo>
                      <a:pt x="226028" y="0"/>
                      <a:pt x="242141" y="1222"/>
                      <a:pt x="256476" y="3667"/>
                    </a:cubicBezTo>
                    <a:cubicBezTo>
                      <a:pt x="270812" y="6223"/>
                      <a:pt x="284258" y="9779"/>
                      <a:pt x="296481" y="14335"/>
                    </a:cubicBezTo>
                    <a:cubicBezTo>
                      <a:pt x="308705" y="18891"/>
                      <a:pt x="320373" y="24670"/>
                      <a:pt x="331375" y="31337"/>
                    </a:cubicBezTo>
                    <a:cubicBezTo>
                      <a:pt x="342265" y="38005"/>
                      <a:pt x="352933" y="45784"/>
                      <a:pt x="363268" y="54562"/>
                    </a:cubicBezTo>
                    <a:lnTo>
                      <a:pt x="366268" y="57118"/>
                    </a:lnTo>
                    <a:lnTo>
                      <a:pt x="317040" y="115792"/>
                    </a:lnTo>
                    <a:lnTo>
                      <a:pt x="313928" y="113125"/>
                    </a:lnTo>
                    <a:cubicBezTo>
                      <a:pt x="306483" y="106791"/>
                      <a:pt x="298815" y="101013"/>
                      <a:pt x="291148" y="95901"/>
                    </a:cubicBezTo>
                    <a:cubicBezTo>
                      <a:pt x="283480" y="90789"/>
                      <a:pt x="275368" y="86455"/>
                      <a:pt x="267033" y="83010"/>
                    </a:cubicBezTo>
                    <a:cubicBezTo>
                      <a:pt x="258699" y="79566"/>
                      <a:pt x="249364" y="76787"/>
                      <a:pt x="239252" y="74787"/>
                    </a:cubicBezTo>
                    <a:cubicBezTo>
                      <a:pt x="229140" y="72787"/>
                      <a:pt x="217916" y="71787"/>
                      <a:pt x="205915" y="71787"/>
                    </a:cubicBezTo>
                    <a:cubicBezTo>
                      <a:pt x="188579" y="71787"/>
                      <a:pt x="172133" y="75454"/>
                      <a:pt x="157131" y="82677"/>
                    </a:cubicBezTo>
                    <a:cubicBezTo>
                      <a:pt x="142018" y="90011"/>
                      <a:pt x="128794" y="99901"/>
                      <a:pt x="117681" y="112014"/>
                    </a:cubicBezTo>
                    <a:cubicBezTo>
                      <a:pt x="106569" y="124238"/>
                      <a:pt x="97679" y="138795"/>
                      <a:pt x="91345" y="155242"/>
                    </a:cubicBezTo>
                    <a:cubicBezTo>
                      <a:pt x="85011" y="171688"/>
                      <a:pt x="81788" y="189246"/>
                      <a:pt x="81788" y="207582"/>
                    </a:cubicBezTo>
                    <a:lnTo>
                      <a:pt x="81788" y="208693"/>
                    </a:lnTo>
                    <a:cubicBezTo>
                      <a:pt x="81788" y="228473"/>
                      <a:pt x="84900" y="247142"/>
                      <a:pt x="91123" y="263922"/>
                    </a:cubicBezTo>
                    <a:cubicBezTo>
                      <a:pt x="97345" y="280702"/>
                      <a:pt x="106236" y="295259"/>
                      <a:pt x="117570" y="307261"/>
                    </a:cubicBezTo>
                    <a:cubicBezTo>
                      <a:pt x="129016" y="319262"/>
                      <a:pt x="142796" y="328819"/>
                      <a:pt x="158575" y="335820"/>
                    </a:cubicBezTo>
                    <a:cubicBezTo>
                      <a:pt x="174355" y="342710"/>
                      <a:pt x="192246" y="346266"/>
                      <a:pt x="211915" y="346266"/>
                    </a:cubicBezTo>
                    <a:cubicBezTo>
                      <a:pt x="230140" y="346266"/>
                      <a:pt x="247475" y="343599"/>
                      <a:pt x="263255" y="338265"/>
                    </a:cubicBezTo>
                    <a:cubicBezTo>
                      <a:pt x="278368" y="333153"/>
                      <a:pt x="291814" y="326374"/>
                      <a:pt x="303038" y="318151"/>
                    </a:cubicBezTo>
                    <a:lnTo>
                      <a:pt x="303038" y="249809"/>
                    </a:lnTo>
                    <a:lnTo>
                      <a:pt x="201914" y="249809"/>
                    </a:lnTo>
                    <a:lnTo>
                      <a:pt x="201914" y="181356"/>
                    </a:lnTo>
                    <a:lnTo>
                      <a:pt x="378269" y="181356"/>
                    </a:lnTo>
                    <a:lnTo>
                      <a:pt x="378269" y="353266"/>
                    </a:lnTo>
                    <a:lnTo>
                      <a:pt x="376825" y="354489"/>
                    </a:lnTo>
                    <a:cubicBezTo>
                      <a:pt x="366935" y="362934"/>
                      <a:pt x="355822" y="370935"/>
                      <a:pt x="343932" y="378492"/>
                    </a:cubicBezTo>
                    <a:cubicBezTo>
                      <a:pt x="331930" y="386048"/>
                      <a:pt x="318818" y="392827"/>
                      <a:pt x="304927" y="398605"/>
                    </a:cubicBezTo>
                    <a:cubicBezTo>
                      <a:pt x="290925" y="404384"/>
                      <a:pt x="275812" y="408829"/>
                      <a:pt x="259810" y="412052"/>
                    </a:cubicBezTo>
                    <a:cubicBezTo>
                      <a:pt x="243808" y="415274"/>
                      <a:pt x="226806" y="416941"/>
                      <a:pt x="209360" y="416941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9" name="Google Shape;229;p41"/>
            <p:cNvSpPr/>
            <p:nvPr/>
          </p:nvSpPr>
          <p:spPr>
            <a:xfrm>
              <a:off x="1443938" y="6136989"/>
              <a:ext cx="247364" cy="69564"/>
            </a:xfrm>
            <a:custGeom>
              <a:avLst/>
              <a:gdLst/>
              <a:ahLst/>
              <a:cxnLst/>
              <a:rect l="l" t="t" r="r" b="b"/>
              <a:pathLst>
                <a:path w="247364" h="69564" extrusionOk="0">
                  <a:moveTo>
                    <a:pt x="68342" y="0"/>
                  </a:moveTo>
                  <a:lnTo>
                    <a:pt x="247364" y="0"/>
                  </a:lnTo>
                  <a:lnTo>
                    <a:pt x="171021" y="69564"/>
                  </a:lnTo>
                  <a:lnTo>
                    <a:pt x="0" y="69564"/>
                  </a:lnTo>
                  <a:lnTo>
                    <a:pt x="68342" y="0"/>
                  </a:lnTo>
                  <a:close/>
                </a:path>
              </a:pathLst>
            </a:custGeom>
            <a:solidFill>
              <a:srgbClr val="5B942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0" name="Google Shape;230;p41"/>
          <p:cNvCxnSpPr/>
          <p:nvPr/>
        </p:nvCxnSpPr>
        <p:spPr>
          <a:xfrm>
            <a:off x="6558118" y="3697566"/>
            <a:ext cx="2216700" cy="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231" name="Google Shape;231;p41"/>
          <p:cNvCxnSpPr/>
          <p:nvPr/>
        </p:nvCxnSpPr>
        <p:spPr>
          <a:xfrm>
            <a:off x="6558118" y="4095724"/>
            <a:ext cx="2216700" cy="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232" name="Google Shape;232;p41"/>
          <p:cNvCxnSpPr/>
          <p:nvPr/>
        </p:nvCxnSpPr>
        <p:spPr>
          <a:xfrm>
            <a:off x="6558118" y="4493882"/>
            <a:ext cx="2216700" cy="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33" name="Google Shape;233;p41"/>
          <p:cNvSpPr/>
          <p:nvPr/>
        </p:nvSpPr>
        <p:spPr>
          <a:xfrm>
            <a:off x="594625" y="4304150"/>
            <a:ext cx="4024200" cy="413100"/>
          </a:xfrm>
          <a:prstGeom prst="roundRect">
            <a:avLst>
              <a:gd name="adj" fmla="val 50000"/>
            </a:avLst>
          </a:prstGeom>
          <a:solidFill>
            <a:srgbClr val="5B9424"/>
          </a:solidFill>
          <a:ln>
            <a:noFill/>
          </a:ln>
        </p:spPr>
        <p:txBody>
          <a:bodyPr spcFirstLastPara="1" wrap="square" lIns="81000" tIns="54000" rIns="0" bIns="54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One trusted partner. Multiple integrated solutions.</a:t>
            </a:r>
            <a:endParaRPr sz="1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4" name="Google Shape;234;p41"/>
          <p:cNvSpPr txBox="1"/>
          <p:nvPr/>
        </p:nvSpPr>
        <p:spPr>
          <a:xfrm>
            <a:off x="6694748" y="3804245"/>
            <a:ext cx="997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Food Service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235" name="Google Shape;235;p41"/>
          <p:cNvSpPr txBox="1"/>
          <p:nvPr/>
        </p:nvSpPr>
        <p:spPr>
          <a:xfrm>
            <a:off x="6694751" y="4202403"/>
            <a:ext cx="145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Facility Management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236" name="Google Shape;236;p41"/>
          <p:cNvSpPr txBox="1"/>
          <p:nvPr/>
        </p:nvSpPr>
        <p:spPr>
          <a:xfrm>
            <a:off x="6694751" y="4600561"/>
            <a:ext cx="145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Workforce Solutions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237" name="Google Shape;237;p41"/>
          <p:cNvSpPr/>
          <p:nvPr/>
        </p:nvSpPr>
        <p:spPr>
          <a:xfrm rot="5400000">
            <a:off x="6535417" y="3856950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/>
          <p:nvPr/>
        </p:nvSpPr>
        <p:spPr>
          <a:xfrm rot="5400000">
            <a:off x="6535417" y="4252239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/>
          <p:nvPr/>
        </p:nvSpPr>
        <p:spPr>
          <a:xfrm rot="5400000">
            <a:off x="6535417" y="4647527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41" title="Asse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29" y="684579"/>
            <a:ext cx="2063400" cy="47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2" title="s.jpg"/>
          <p:cNvPicPr preferRelativeResize="0"/>
          <p:nvPr/>
        </p:nvPicPr>
        <p:blipFill rotWithShape="1">
          <a:blip r:embed="rId3">
            <a:alphaModFix/>
          </a:blip>
          <a:srcRect l="40" r="40"/>
          <a:stretch/>
        </p:blipFill>
        <p:spPr>
          <a:xfrm>
            <a:off x="240800" y="5885543"/>
            <a:ext cx="9144000" cy="5142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42"/>
          <p:cNvGrpSpPr/>
          <p:nvPr/>
        </p:nvGrpSpPr>
        <p:grpSpPr>
          <a:xfrm>
            <a:off x="8132491" y="405010"/>
            <a:ext cx="502876" cy="205354"/>
            <a:chOff x="10843321" y="540013"/>
            <a:chExt cx="670501" cy="273805"/>
          </a:xfrm>
        </p:grpSpPr>
        <p:grpSp>
          <p:nvGrpSpPr>
            <p:cNvPr id="248" name="Google Shape;248;p42"/>
            <p:cNvGrpSpPr/>
            <p:nvPr/>
          </p:nvGrpSpPr>
          <p:grpSpPr>
            <a:xfrm>
              <a:off x="10843321" y="540013"/>
              <a:ext cx="670501" cy="273805"/>
              <a:chOff x="670620" y="5956300"/>
              <a:chExt cx="1021016" cy="416941"/>
            </a:xfrm>
          </p:grpSpPr>
          <p:sp>
            <p:nvSpPr>
              <p:cNvPr id="249" name="Google Shape;249;p42"/>
              <p:cNvSpPr/>
              <p:nvPr/>
            </p:nvSpPr>
            <p:spPr>
              <a:xfrm>
                <a:off x="670620" y="5957411"/>
                <a:ext cx="315150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315150" h="414718" extrusionOk="0">
                    <a:moveTo>
                      <a:pt x="170466" y="414607"/>
                    </a:moveTo>
                    <a:cubicBezTo>
                      <a:pt x="139573" y="414607"/>
                      <a:pt x="109680" y="409273"/>
                      <a:pt x="81566" y="398828"/>
                    </a:cubicBezTo>
                    <a:cubicBezTo>
                      <a:pt x="53340" y="388382"/>
                      <a:pt x="26892" y="372047"/>
                      <a:pt x="2889" y="350377"/>
                    </a:cubicBezTo>
                    <a:lnTo>
                      <a:pt x="0" y="347821"/>
                    </a:lnTo>
                    <a:lnTo>
                      <a:pt x="46895" y="292037"/>
                    </a:lnTo>
                    <a:lnTo>
                      <a:pt x="50006" y="294704"/>
                    </a:lnTo>
                    <a:cubicBezTo>
                      <a:pt x="68786" y="310928"/>
                      <a:pt x="88122" y="323596"/>
                      <a:pt x="107236" y="332264"/>
                    </a:cubicBezTo>
                    <a:cubicBezTo>
                      <a:pt x="126238" y="340820"/>
                      <a:pt x="148019" y="345154"/>
                      <a:pt x="172244" y="345154"/>
                    </a:cubicBezTo>
                    <a:cubicBezTo>
                      <a:pt x="192691" y="345154"/>
                      <a:pt x="209137" y="340820"/>
                      <a:pt x="221028" y="332375"/>
                    </a:cubicBezTo>
                    <a:cubicBezTo>
                      <a:pt x="232696" y="324041"/>
                      <a:pt x="238252" y="313261"/>
                      <a:pt x="238252" y="299482"/>
                    </a:cubicBezTo>
                    <a:lnTo>
                      <a:pt x="238252" y="298371"/>
                    </a:lnTo>
                    <a:cubicBezTo>
                      <a:pt x="238252" y="291814"/>
                      <a:pt x="237141" y="286036"/>
                      <a:pt x="234918" y="281035"/>
                    </a:cubicBezTo>
                    <a:cubicBezTo>
                      <a:pt x="232807" y="276257"/>
                      <a:pt x="228584" y="271590"/>
                      <a:pt x="222583" y="267033"/>
                    </a:cubicBezTo>
                    <a:cubicBezTo>
                      <a:pt x="216360" y="262366"/>
                      <a:pt x="207582" y="258032"/>
                      <a:pt x="196469" y="254032"/>
                    </a:cubicBezTo>
                    <a:cubicBezTo>
                      <a:pt x="185134" y="249920"/>
                      <a:pt x="170244" y="245809"/>
                      <a:pt x="151908" y="241697"/>
                    </a:cubicBezTo>
                    <a:cubicBezTo>
                      <a:pt x="130683" y="236807"/>
                      <a:pt x="111570" y="231140"/>
                      <a:pt x="95012" y="224917"/>
                    </a:cubicBezTo>
                    <a:cubicBezTo>
                      <a:pt x="78343" y="218583"/>
                      <a:pt x="64008" y="210804"/>
                      <a:pt x="52562" y="201692"/>
                    </a:cubicBezTo>
                    <a:cubicBezTo>
                      <a:pt x="41005" y="192469"/>
                      <a:pt x="32004" y="181023"/>
                      <a:pt x="25892" y="167799"/>
                    </a:cubicBezTo>
                    <a:cubicBezTo>
                      <a:pt x="19780" y="154575"/>
                      <a:pt x="16780" y="138351"/>
                      <a:pt x="16780" y="119793"/>
                    </a:cubicBezTo>
                    <a:lnTo>
                      <a:pt x="16780" y="118682"/>
                    </a:lnTo>
                    <a:cubicBezTo>
                      <a:pt x="16780" y="101235"/>
                      <a:pt x="20336" y="84900"/>
                      <a:pt x="27226" y="70342"/>
                    </a:cubicBezTo>
                    <a:cubicBezTo>
                      <a:pt x="34115" y="55785"/>
                      <a:pt x="43894" y="43117"/>
                      <a:pt x="56007" y="32893"/>
                    </a:cubicBezTo>
                    <a:cubicBezTo>
                      <a:pt x="68120" y="22670"/>
                      <a:pt x="82788" y="14557"/>
                      <a:pt x="99790" y="8779"/>
                    </a:cubicBezTo>
                    <a:cubicBezTo>
                      <a:pt x="116570" y="2889"/>
                      <a:pt x="135239" y="0"/>
                      <a:pt x="155242" y="0"/>
                    </a:cubicBezTo>
                    <a:cubicBezTo>
                      <a:pt x="184579" y="0"/>
                      <a:pt x="211360" y="4334"/>
                      <a:pt x="234807" y="13002"/>
                    </a:cubicBezTo>
                    <a:cubicBezTo>
                      <a:pt x="258255" y="21558"/>
                      <a:pt x="280591" y="34227"/>
                      <a:pt x="301149" y="50562"/>
                    </a:cubicBezTo>
                    <a:lnTo>
                      <a:pt x="304149" y="52896"/>
                    </a:lnTo>
                    <a:lnTo>
                      <a:pt x="262366" y="111792"/>
                    </a:lnTo>
                    <a:lnTo>
                      <a:pt x="259032" y="109458"/>
                    </a:lnTo>
                    <a:cubicBezTo>
                      <a:pt x="241364" y="96568"/>
                      <a:pt x="223584" y="86566"/>
                      <a:pt x="206248" y="79788"/>
                    </a:cubicBezTo>
                    <a:cubicBezTo>
                      <a:pt x="189135" y="73009"/>
                      <a:pt x="171577" y="69675"/>
                      <a:pt x="154019" y="69675"/>
                    </a:cubicBezTo>
                    <a:cubicBezTo>
                      <a:pt x="134684" y="69675"/>
                      <a:pt x="119571" y="73898"/>
                      <a:pt x="109125" y="82344"/>
                    </a:cubicBezTo>
                    <a:cubicBezTo>
                      <a:pt x="98679" y="90678"/>
                      <a:pt x="93678" y="100568"/>
                      <a:pt x="93678" y="112570"/>
                    </a:cubicBezTo>
                    <a:lnTo>
                      <a:pt x="93678" y="113681"/>
                    </a:lnTo>
                    <a:cubicBezTo>
                      <a:pt x="93678" y="120571"/>
                      <a:pt x="94901" y="126794"/>
                      <a:pt x="97346" y="132128"/>
                    </a:cubicBezTo>
                    <a:cubicBezTo>
                      <a:pt x="99679" y="137239"/>
                      <a:pt x="104013" y="142018"/>
                      <a:pt x="110347" y="146241"/>
                    </a:cubicBezTo>
                    <a:cubicBezTo>
                      <a:pt x="117015" y="150686"/>
                      <a:pt x="126349" y="155019"/>
                      <a:pt x="138240" y="159020"/>
                    </a:cubicBezTo>
                    <a:cubicBezTo>
                      <a:pt x="150241" y="163132"/>
                      <a:pt x="165910" y="167465"/>
                      <a:pt x="184579" y="171910"/>
                    </a:cubicBezTo>
                    <a:cubicBezTo>
                      <a:pt x="205470" y="177244"/>
                      <a:pt x="224139" y="183134"/>
                      <a:pt x="240363" y="189579"/>
                    </a:cubicBezTo>
                    <a:cubicBezTo>
                      <a:pt x="256810" y="196136"/>
                      <a:pt x="270589" y="204248"/>
                      <a:pt x="281480" y="213693"/>
                    </a:cubicBezTo>
                    <a:cubicBezTo>
                      <a:pt x="292481" y="223250"/>
                      <a:pt x="300927" y="234585"/>
                      <a:pt x="306594" y="247253"/>
                    </a:cubicBezTo>
                    <a:cubicBezTo>
                      <a:pt x="312261" y="259921"/>
                      <a:pt x="315151" y="274812"/>
                      <a:pt x="315151" y="291481"/>
                    </a:cubicBezTo>
                    <a:lnTo>
                      <a:pt x="315151" y="292592"/>
                    </a:lnTo>
                    <a:cubicBezTo>
                      <a:pt x="315151" y="311483"/>
                      <a:pt x="311483" y="328819"/>
                      <a:pt x="304371" y="344043"/>
                    </a:cubicBezTo>
                    <a:cubicBezTo>
                      <a:pt x="297259" y="359156"/>
                      <a:pt x="287147" y="372158"/>
                      <a:pt x="274479" y="382715"/>
                    </a:cubicBezTo>
                    <a:cubicBezTo>
                      <a:pt x="261811" y="393160"/>
                      <a:pt x="246364" y="401161"/>
                      <a:pt x="228695" y="406606"/>
                    </a:cubicBezTo>
                    <a:cubicBezTo>
                      <a:pt x="211138" y="411940"/>
                      <a:pt x="191580" y="414718"/>
                      <a:pt x="170577" y="4147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42"/>
              <p:cNvSpPr/>
              <p:nvPr/>
            </p:nvSpPr>
            <p:spPr>
              <a:xfrm>
                <a:off x="1010106" y="5963078"/>
                <a:ext cx="301704" cy="403383"/>
              </a:xfrm>
              <a:custGeom>
                <a:avLst/>
                <a:gdLst/>
                <a:ahLst/>
                <a:cxnLst/>
                <a:rect l="l" t="t" r="r" b="b"/>
                <a:pathLst>
                  <a:path w="301704" h="403383" extrusionOk="0">
                    <a:moveTo>
                      <a:pt x="0" y="403384"/>
                    </a:moveTo>
                    <a:lnTo>
                      <a:pt x="0" y="0"/>
                    </a:lnTo>
                    <a:lnTo>
                      <a:pt x="301704" y="0"/>
                    </a:lnTo>
                    <a:lnTo>
                      <a:pt x="301704" y="70676"/>
                    </a:lnTo>
                    <a:lnTo>
                      <a:pt x="76899" y="70676"/>
                    </a:lnTo>
                    <a:lnTo>
                      <a:pt x="76899" y="171688"/>
                    </a:lnTo>
                    <a:lnTo>
                      <a:pt x="276257" y="171688"/>
                    </a:lnTo>
                    <a:lnTo>
                      <a:pt x="276257" y="242364"/>
                    </a:lnTo>
                    <a:lnTo>
                      <a:pt x="76899" y="242364"/>
                    </a:lnTo>
                    <a:lnTo>
                      <a:pt x="76899" y="403384"/>
                    </a:lnTo>
                    <a:lnTo>
                      <a:pt x="0" y="4033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42"/>
              <p:cNvSpPr/>
              <p:nvPr/>
            </p:nvSpPr>
            <p:spPr>
              <a:xfrm>
                <a:off x="1313367" y="5956300"/>
                <a:ext cx="378269" cy="416941"/>
              </a:xfrm>
              <a:custGeom>
                <a:avLst/>
                <a:gdLst/>
                <a:ahLst/>
                <a:cxnLst/>
                <a:rect l="l" t="t" r="r" b="b"/>
                <a:pathLst>
                  <a:path w="378269" h="416941" extrusionOk="0">
                    <a:moveTo>
                      <a:pt x="209026" y="416941"/>
                    </a:moveTo>
                    <a:cubicBezTo>
                      <a:pt x="177800" y="416941"/>
                      <a:pt x="148907" y="411607"/>
                      <a:pt x="123349" y="401161"/>
                    </a:cubicBezTo>
                    <a:cubicBezTo>
                      <a:pt x="97679" y="390604"/>
                      <a:pt x="75565" y="375936"/>
                      <a:pt x="57341" y="357378"/>
                    </a:cubicBezTo>
                    <a:cubicBezTo>
                      <a:pt x="39116" y="338820"/>
                      <a:pt x="24892" y="316706"/>
                      <a:pt x="15002" y="291703"/>
                    </a:cubicBezTo>
                    <a:cubicBezTo>
                      <a:pt x="5112" y="266700"/>
                      <a:pt x="0" y="239141"/>
                      <a:pt x="0" y="209693"/>
                    </a:cubicBezTo>
                    <a:lnTo>
                      <a:pt x="0" y="208582"/>
                    </a:lnTo>
                    <a:cubicBezTo>
                      <a:pt x="0" y="180689"/>
                      <a:pt x="5223" y="153797"/>
                      <a:pt x="15446" y="128572"/>
                    </a:cubicBezTo>
                    <a:cubicBezTo>
                      <a:pt x="25670" y="103346"/>
                      <a:pt x="40116" y="81010"/>
                      <a:pt x="58674" y="62008"/>
                    </a:cubicBezTo>
                    <a:cubicBezTo>
                      <a:pt x="77121" y="43117"/>
                      <a:pt x="99346" y="27892"/>
                      <a:pt x="124793" y="16780"/>
                    </a:cubicBezTo>
                    <a:cubicBezTo>
                      <a:pt x="150241" y="5667"/>
                      <a:pt x="178467" y="0"/>
                      <a:pt x="208582" y="0"/>
                    </a:cubicBezTo>
                    <a:cubicBezTo>
                      <a:pt x="226028" y="0"/>
                      <a:pt x="242141" y="1222"/>
                      <a:pt x="256476" y="3667"/>
                    </a:cubicBezTo>
                    <a:cubicBezTo>
                      <a:pt x="270812" y="6223"/>
                      <a:pt x="284258" y="9779"/>
                      <a:pt x="296481" y="14335"/>
                    </a:cubicBezTo>
                    <a:cubicBezTo>
                      <a:pt x="308705" y="18891"/>
                      <a:pt x="320373" y="24670"/>
                      <a:pt x="331375" y="31337"/>
                    </a:cubicBezTo>
                    <a:cubicBezTo>
                      <a:pt x="342265" y="38005"/>
                      <a:pt x="352933" y="45784"/>
                      <a:pt x="363268" y="54562"/>
                    </a:cubicBezTo>
                    <a:lnTo>
                      <a:pt x="366268" y="57118"/>
                    </a:lnTo>
                    <a:lnTo>
                      <a:pt x="317040" y="115792"/>
                    </a:lnTo>
                    <a:lnTo>
                      <a:pt x="313928" y="113125"/>
                    </a:lnTo>
                    <a:cubicBezTo>
                      <a:pt x="306483" y="106791"/>
                      <a:pt x="298815" y="101013"/>
                      <a:pt x="291148" y="95901"/>
                    </a:cubicBezTo>
                    <a:cubicBezTo>
                      <a:pt x="283480" y="90789"/>
                      <a:pt x="275368" y="86455"/>
                      <a:pt x="267033" y="83010"/>
                    </a:cubicBezTo>
                    <a:cubicBezTo>
                      <a:pt x="258699" y="79566"/>
                      <a:pt x="249364" y="76787"/>
                      <a:pt x="239252" y="74787"/>
                    </a:cubicBezTo>
                    <a:cubicBezTo>
                      <a:pt x="229140" y="72787"/>
                      <a:pt x="217916" y="71787"/>
                      <a:pt x="205915" y="71787"/>
                    </a:cubicBezTo>
                    <a:cubicBezTo>
                      <a:pt x="188579" y="71787"/>
                      <a:pt x="172133" y="75454"/>
                      <a:pt x="157131" y="82677"/>
                    </a:cubicBezTo>
                    <a:cubicBezTo>
                      <a:pt x="142018" y="90011"/>
                      <a:pt x="128794" y="99901"/>
                      <a:pt x="117681" y="112014"/>
                    </a:cubicBezTo>
                    <a:cubicBezTo>
                      <a:pt x="106569" y="124238"/>
                      <a:pt x="97679" y="138795"/>
                      <a:pt x="91345" y="155242"/>
                    </a:cubicBezTo>
                    <a:cubicBezTo>
                      <a:pt x="85011" y="171688"/>
                      <a:pt x="81788" y="189246"/>
                      <a:pt x="81788" y="207582"/>
                    </a:cubicBezTo>
                    <a:lnTo>
                      <a:pt x="81788" y="208693"/>
                    </a:lnTo>
                    <a:cubicBezTo>
                      <a:pt x="81788" y="228473"/>
                      <a:pt x="84900" y="247142"/>
                      <a:pt x="91123" y="263922"/>
                    </a:cubicBezTo>
                    <a:cubicBezTo>
                      <a:pt x="97345" y="280702"/>
                      <a:pt x="106236" y="295259"/>
                      <a:pt x="117570" y="307261"/>
                    </a:cubicBezTo>
                    <a:cubicBezTo>
                      <a:pt x="129016" y="319262"/>
                      <a:pt x="142796" y="328819"/>
                      <a:pt x="158575" y="335820"/>
                    </a:cubicBezTo>
                    <a:cubicBezTo>
                      <a:pt x="174355" y="342710"/>
                      <a:pt x="192246" y="346266"/>
                      <a:pt x="211915" y="346266"/>
                    </a:cubicBezTo>
                    <a:cubicBezTo>
                      <a:pt x="230140" y="346266"/>
                      <a:pt x="247475" y="343599"/>
                      <a:pt x="263255" y="338265"/>
                    </a:cubicBezTo>
                    <a:cubicBezTo>
                      <a:pt x="278368" y="333153"/>
                      <a:pt x="291814" y="326374"/>
                      <a:pt x="303038" y="318151"/>
                    </a:cubicBezTo>
                    <a:lnTo>
                      <a:pt x="303038" y="249809"/>
                    </a:lnTo>
                    <a:lnTo>
                      <a:pt x="201914" y="249809"/>
                    </a:lnTo>
                    <a:lnTo>
                      <a:pt x="201914" y="181356"/>
                    </a:lnTo>
                    <a:lnTo>
                      <a:pt x="378269" y="181356"/>
                    </a:lnTo>
                    <a:lnTo>
                      <a:pt x="378269" y="353266"/>
                    </a:lnTo>
                    <a:lnTo>
                      <a:pt x="376825" y="354489"/>
                    </a:lnTo>
                    <a:cubicBezTo>
                      <a:pt x="366935" y="362934"/>
                      <a:pt x="355822" y="370935"/>
                      <a:pt x="343932" y="378492"/>
                    </a:cubicBezTo>
                    <a:cubicBezTo>
                      <a:pt x="331930" y="386048"/>
                      <a:pt x="318818" y="392827"/>
                      <a:pt x="304927" y="398605"/>
                    </a:cubicBezTo>
                    <a:cubicBezTo>
                      <a:pt x="290925" y="404384"/>
                      <a:pt x="275812" y="408829"/>
                      <a:pt x="259810" y="412052"/>
                    </a:cubicBezTo>
                    <a:cubicBezTo>
                      <a:pt x="243808" y="415274"/>
                      <a:pt x="226806" y="416941"/>
                      <a:pt x="209360" y="41694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2" name="Google Shape;252;p42"/>
            <p:cNvSpPr/>
            <p:nvPr/>
          </p:nvSpPr>
          <p:spPr>
            <a:xfrm>
              <a:off x="11351157" y="658669"/>
              <a:ext cx="162642" cy="45738"/>
            </a:xfrm>
            <a:custGeom>
              <a:avLst/>
              <a:gdLst/>
              <a:ahLst/>
              <a:cxnLst/>
              <a:rect l="l" t="t" r="r" b="b"/>
              <a:pathLst>
                <a:path w="247364" h="69564" extrusionOk="0">
                  <a:moveTo>
                    <a:pt x="68342" y="0"/>
                  </a:moveTo>
                  <a:lnTo>
                    <a:pt x="247364" y="0"/>
                  </a:lnTo>
                  <a:lnTo>
                    <a:pt x="171021" y="69564"/>
                  </a:lnTo>
                  <a:lnTo>
                    <a:pt x="0" y="69564"/>
                  </a:lnTo>
                  <a:lnTo>
                    <a:pt x="68342" y="0"/>
                  </a:lnTo>
                  <a:close/>
                </a:path>
              </a:pathLst>
            </a:custGeom>
            <a:solidFill>
              <a:srgbClr val="5B942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42"/>
          <p:cNvSpPr/>
          <p:nvPr/>
        </p:nvSpPr>
        <p:spPr>
          <a:xfrm>
            <a:off x="338910" y="1637002"/>
            <a:ext cx="2807100" cy="322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89000" tIns="40500" rIns="189000" bIns="405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One Integrated Solution Partner</a:t>
            </a:r>
            <a:endParaRPr sz="1100" b="1" i="0" u="none" strike="noStrike" cap="non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338900" y="359769"/>
            <a:ext cx="6271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D6E3"/>
              </a:buClr>
              <a:buSzPts val="1100"/>
              <a:buFont typeface="Arial"/>
              <a:buNone/>
            </a:pPr>
            <a:r>
              <a:rPr lang="en" sz="9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About Sunshine Facility Management</a:t>
            </a:r>
            <a:endParaRPr sz="13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338900" y="2263025"/>
            <a:ext cx="3847800" cy="24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For over 10 years, Sunshine has built a strong track record in delivering reliable operational services across Indonesia, earning the trust of leading organizations through food service excellence, operational expertise, and a commitment to quality.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Building on this foundation, we have evolved into Sunshine Facility Group—an integrated facility solutions partner delivering Food Services, Technical Services, Soft Services, and Supply Chain Solutions through one trusted platform.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Today, we support clients across healthcare, corporate, retail, industrial, hospitality, and institutional sectors, helping them simplify operations and achieve consistent, high-quality performance.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281119" y="5429933"/>
            <a:ext cx="5112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Simplifying operations</a:t>
            </a:r>
            <a:r>
              <a:rPr lang="en" sz="11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| </a:t>
            </a:r>
            <a:r>
              <a:rPr lang="en" sz="1100" b="1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Delivering excellence</a:t>
            </a:r>
            <a:r>
              <a:rPr lang="en" sz="11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| </a:t>
            </a:r>
            <a:r>
              <a:rPr lang="en" sz="1100" b="1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Enhancing workplaces.</a:t>
            </a:r>
            <a:endParaRPr sz="11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57" name="Google Shape;257;p42" title="Picture3.png"/>
          <p:cNvPicPr preferRelativeResize="0"/>
          <p:nvPr/>
        </p:nvPicPr>
        <p:blipFill rotWithShape="1">
          <a:blip r:embed="rId4">
            <a:alphaModFix/>
          </a:blip>
          <a:srcRect l="50000" b="3241"/>
          <a:stretch/>
        </p:blipFill>
        <p:spPr>
          <a:xfrm>
            <a:off x="4385429" y="700"/>
            <a:ext cx="4758571" cy="51427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258" name="Google Shape;258;p42"/>
          <p:cNvSpPr txBox="1"/>
          <p:nvPr/>
        </p:nvSpPr>
        <p:spPr>
          <a:xfrm>
            <a:off x="338907" y="668688"/>
            <a:ext cx="37353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ricolage Grotesque"/>
              <a:buNone/>
            </a:pPr>
            <a:r>
              <a:rPr lang="en" sz="27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More Than a Decade of Operational Excellence. 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42"/>
          <p:cNvGrpSpPr/>
          <p:nvPr/>
        </p:nvGrpSpPr>
        <p:grpSpPr>
          <a:xfrm>
            <a:off x="8132474" y="404861"/>
            <a:ext cx="502850" cy="205343"/>
            <a:chOff x="670620" y="5956300"/>
            <a:chExt cx="1021016" cy="416941"/>
          </a:xfrm>
        </p:grpSpPr>
        <p:grpSp>
          <p:nvGrpSpPr>
            <p:cNvPr id="260" name="Google Shape;260;p42"/>
            <p:cNvGrpSpPr/>
            <p:nvPr/>
          </p:nvGrpSpPr>
          <p:grpSpPr>
            <a:xfrm>
              <a:off x="670620" y="5956300"/>
              <a:ext cx="1021016" cy="416941"/>
              <a:chOff x="670620" y="5956300"/>
              <a:chExt cx="1021016" cy="416941"/>
            </a:xfrm>
          </p:grpSpPr>
          <p:sp>
            <p:nvSpPr>
              <p:cNvPr id="261" name="Google Shape;261;p42"/>
              <p:cNvSpPr/>
              <p:nvPr/>
            </p:nvSpPr>
            <p:spPr>
              <a:xfrm>
                <a:off x="670620" y="5957411"/>
                <a:ext cx="315150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315150" h="414718" extrusionOk="0">
                    <a:moveTo>
                      <a:pt x="170466" y="414607"/>
                    </a:moveTo>
                    <a:cubicBezTo>
                      <a:pt x="139573" y="414607"/>
                      <a:pt x="109680" y="409273"/>
                      <a:pt x="81566" y="398828"/>
                    </a:cubicBezTo>
                    <a:cubicBezTo>
                      <a:pt x="53340" y="388382"/>
                      <a:pt x="26892" y="372047"/>
                      <a:pt x="2889" y="350377"/>
                    </a:cubicBezTo>
                    <a:lnTo>
                      <a:pt x="0" y="347821"/>
                    </a:lnTo>
                    <a:lnTo>
                      <a:pt x="46895" y="292037"/>
                    </a:lnTo>
                    <a:lnTo>
                      <a:pt x="50006" y="294704"/>
                    </a:lnTo>
                    <a:cubicBezTo>
                      <a:pt x="68786" y="310928"/>
                      <a:pt x="88122" y="323596"/>
                      <a:pt x="107236" y="332264"/>
                    </a:cubicBezTo>
                    <a:cubicBezTo>
                      <a:pt x="126238" y="340820"/>
                      <a:pt x="148019" y="345154"/>
                      <a:pt x="172244" y="345154"/>
                    </a:cubicBezTo>
                    <a:cubicBezTo>
                      <a:pt x="192691" y="345154"/>
                      <a:pt x="209137" y="340820"/>
                      <a:pt x="221028" y="332375"/>
                    </a:cubicBezTo>
                    <a:cubicBezTo>
                      <a:pt x="232696" y="324041"/>
                      <a:pt x="238252" y="313261"/>
                      <a:pt x="238252" y="299482"/>
                    </a:cubicBezTo>
                    <a:lnTo>
                      <a:pt x="238252" y="298371"/>
                    </a:lnTo>
                    <a:cubicBezTo>
                      <a:pt x="238252" y="291814"/>
                      <a:pt x="237141" y="286036"/>
                      <a:pt x="234918" y="281035"/>
                    </a:cubicBezTo>
                    <a:cubicBezTo>
                      <a:pt x="232807" y="276257"/>
                      <a:pt x="228584" y="271590"/>
                      <a:pt x="222583" y="267033"/>
                    </a:cubicBezTo>
                    <a:cubicBezTo>
                      <a:pt x="216360" y="262366"/>
                      <a:pt x="207582" y="258032"/>
                      <a:pt x="196469" y="254032"/>
                    </a:cubicBezTo>
                    <a:cubicBezTo>
                      <a:pt x="185134" y="249920"/>
                      <a:pt x="170244" y="245809"/>
                      <a:pt x="151908" y="241697"/>
                    </a:cubicBezTo>
                    <a:cubicBezTo>
                      <a:pt x="130683" y="236807"/>
                      <a:pt x="111570" y="231140"/>
                      <a:pt x="95012" y="224917"/>
                    </a:cubicBezTo>
                    <a:cubicBezTo>
                      <a:pt x="78343" y="218583"/>
                      <a:pt x="64008" y="210804"/>
                      <a:pt x="52562" y="201692"/>
                    </a:cubicBezTo>
                    <a:cubicBezTo>
                      <a:pt x="41005" y="192469"/>
                      <a:pt x="32004" y="181023"/>
                      <a:pt x="25892" y="167799"/>
                    </a:cubicBezTo>
                    <a:cubicBezTo>
                      <a:pt x="19780" y="154575"/>
                      <a:pt x="16780" y="138351"/>
                      <a:pt x="16780" y="119793"/>
                    </a:cubicBezTo>
                    <a:lnTo>
                      <a:pt x="16780" y="118682"/>
                    </a:lnTo>
                    <a:cubicBezTo>
                      <a:pt x="16780" y="101235"/>
                      <a:pt x="20336" y="84900"/>
                      <a:pt x="27226" y="70342"/>
                    </a:cubicBezTo>
                    <a:cubicBezTo>
                      <a:pt x="34115" y="55785"/>
                      <a:pt x="43894" y="43117"/>
                      <a:pt x="56007" y="32893"/>
                    </a:cubicBezTo>
                    <a:cubicBezTo>
                      <a:pt x="68120" y="22670"/>
                      <a:pt x="82788" y="14557"/>
                      <a:pt x="99790" y="8779"/>
                    </a:cubicBezTo>
                    <a:cubicBezTo>
                      <a:pt x="116570" y="2889"/>
                      <a:pt x="135239" y="0"/>
                      <a:pt x="155242" y="0"/>
                    </a:cubicBezTo>
                    <a:cubicBezTo>
                      <a:pt x="184579" y="0"/>
                      <a:pt x="211360" y="4334"/>
                      <a:pt x="234807" y="13002"/>
                    </a:cubicBezTo>
                    <a:cubicBezTo>
                      <a:pt x="258255" y="21558"/>
                      <a:pt x="280591" y="34227"/>
                      <a:pt x="301149" y="50562"/>
                    </a:cubicBezTo>
                    <a:lnTo>
                      <a:pt x="304149" y="52896"/>
                    </a:lnTo>
                    <a:lnTo>
                      <a:pt x="262366" y="111792"/>
                    </a:lnTo>
                    <a:lnTo>
                      <a:pt x="259032" y="109458"/>
                    </a:lnTo>
                    <a:cubicBezTo>
                      <a:pt x="241364" y="96568"/>
                      <a:pt x="223584" y="86566"/>
                      <a:pt x="206248" y="79788"/>
                    </a:cubicBezTo>
                    <a:cubicBezTo>
                      <a:pt x="189135" y="73009"/>
                      <a:pt x="171577" y="69675"/>
                      <a:pt x="154019" y="69675"/>
                    </a:cubicBezTo>
                    <a:cubicBezTo>
                      <a:pt x="134684" y="69675"/>
                      <a:pt x="119571" y="73898"/>
                      <a:pt x="109125" y="82344"/>
                    </a:cubicBezTo>
                    <a:cubicBezTo>
                      <a:pt x="98679" y="90678"/>
                      <a:pt x="93678" y="100568"/>
                      <a:pt x="93678" y="112570"/>
                    </a:cubicBezTo>
                    <a:lnTo>
                      <a:pt x="93678" y="113681"/>
                    </a:lnTo>
                    <a:cubicBezTo>
                      <a:pt x="93678" y="120571"/>
                      <a:pt x="94901" y="126794"/>
                      <a:pt x="97346" y="132128"/>
                    </a:cubicBezTo>
                    <a:cubicBezTo>
                      <a:pt x="99679" y="137239"/>
                      <a:pt x="104013" y="142018"/>
                      <a:pt x="110347" y="146241"/>
                    </a:cubicBezTo>
                    <a:cubicBezTo>
                      <a:pt x="117015" y="150686"/>
                      <a:pt x="126349" y="155019"/>
                      <a:pt x="138240" y="159020"/>
                    </a:cubicBezTo>
                    <a:cubicBezTo>
                      <a:pt x="150241" y="163132"/>
                      <a:pt x="165910" y="167465"/>
                      <a:pt x="184579" y="171910"/>
                    </a:cubicBezTo>
                    <a:cubicBezTo>
                      <a:pt x="205470" y="177244"/>
                      <a:pt x="224139" y="183134"/>
                      <a:pt x="240363" y="189579"/>
                    </a:cubicBezTo>
                    <a:cubicBezTo>
                      <a:pt x="256810" y="196136"/>
                      <a:pt x="270589" y="204248"/>
                      <a:pt x="281480" y="213693"/>
                    </a:cubicBezTo>
                    <a:cubicBezTo>
                      <a:pt x="292481" y="223250"/>
                      <a:pt x="300927" y="234585"/>
                      <a:pt x="306594" y="247253"/>
                    </a:cubicBezTo>
                    <a:cubicBezTo>
                      <a:pt x="312261" y="259921"/>
                      <a:pt x="315151" y="274812"/>
                      <a:pt x="315151" y="291481"/>
                    </a:cubicBezTo>
                    <a:lnTo>
                      <a:pt x="315151" y="292592"/>
                    </a:lnTo>
                    <a:cubicBezTo>
                      <a:pt x="315151" y="311483"/>
                      <a:pt x="311483" y="328819"/>
                      <a:pt x="304371" y="344043"/>
                    </a:cubicBezTo>
                    <a:cubicBezTo>
                      <a:pt x="297259" y="359156"/>
                      <a:pt x="287147" y="372158"/>
                      <a:pt x="274479" y="382715"/>
                    </a:cubicBezTo>
                    <a:cubicBezTo>
                      <a:pt x="261811" y="393160"/>
                      <a:pt x="246364" y="401161"/>
                      <a:pt x="228695" y="406606"/>
                    </a:cubicBezTo>
                    <a:cubicBezTo>
                      <a:pt x="211138" y="411940"/>
                      <a:pt x="191580" y="414718"/>
                      <a:pt x="170577" y="414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42"/>
              <p:cNvSpPr/>
              <p:nvPr/>
            </p:nvSpPr>
            <p:spPr>
              <a:xfrm>
                <a:off x="1010106" y="5963078"/>
                <a:ext cx="301704" cy="403383"/>
              </a:xfrm>
              <a:custGeom>
                <a:avLst/>
                <a:gdLst/>
                <a:ahLst/>
                <a:cxnLst/>
                <a:rect l="l" t="t" r="r" b="b"/>
                <a:pathLst>
                  <a:path w="301704" h="403383" extrusionOk="0">
                    <a:moveTo>
                      <a:pt x="0" y="403384"/>
                    </a:moveTo>
                    <a:lnTo>
                      <a:pt x="0" y="0"/>
                    </a:lnTo>
                    <a:lnTo>
                      <a:pt x="301704" y="0"/>
                    </a:lnTo>
                    <a:lnTo>
                      <a:pt x="301704" y="70676"/>
                    </a:lnTo>
                    <a:lnTo>
                      <a:pt x="76899" y="70676"/>
                    </a:lnTo>
                    <a:lnTo>
                      <a:pt x="76899" y="171688"/>
                    </a:lnTo>
                    <a:lnTo>
                      <a:pt x="276257" y="171688"/>
                    </a:lnTo>
                    <a:lnTo>
                      <a:pt x="276257" y="242364"/>
                    </a:lnTo>
                    <a:lnTo>
                      <a:pt x="76899" y="242364"/>
                    </a:lnTo>
                    <a:lnTo>
                      <a:pt x="76899" y="403384"/>
                    </a:lnTo>
                    <a:lnTo>
                      <a:pt x="0" y="4033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42"/>
              <p:cNvSpPr/>
              <p:nvPr/>
            </p:nvSpPr>
            <p:spPr>
              <a:xfrm>
                <a:off x="1313367" y="5956300"/>
                <a:ext cx="378269" cy="416941"/>
              </a:xfrm>
              <a:custGeom>
                <a:avLst/>
                <a:gdLst/>
                <a:ahLst/>
                <a:cxnLst/>
                <a:rect l="l" t="t" r="r" b="b"/>
                <a:pathLst>
                  <a:path w="378269" h="416941" extrusionOk="0">
                    <a:moveTo>
                      <a:pt x="209026" y="416941"/>
                    </a:moveTo>
                    <a:cubicBezTo>
                      <a:pt x="177800" y="416941"/>
                      <a:pt x="148907" y="411607"/>
                      <a:pt x="123349" y="401161"/>
                    </a:cubicBezTo>
                    <a:cubicBezTo>
                      <a:pt x="97679" y="390604"/>
                      <a:pt x="75565" y="375936"/>
                      <a:pt x="57341" y="357378"/>
                    </a:cubicBezTo>
                    <a:cubicBezTo>
                      <a:pt x="39116" y="338820"/>
                      <a:pt x="24892" y="316706"/>
                      <a:pt x="15002" y="291703"/>
                    </a:cubicBezTo>
                    <a:cubicBezTo>
                      <a:pt x="5112" y="266700"/>
                      <a:pt x="0" y="239141"/>
                      <a:pt x="0" y="209693"/>
                    </a:cubicBezTo>
                    <a:lnTo>
                      <a:pt x="0" y="208582"/>
                    </a:lnTo>
                    <a:cubicBezTo>
                      <a:pt x="0" y="180689"/>
                      <a:pt x="5223" y="153797"/>
                      <a:pt x="15446" y="128572"/>
                    </a:cubicBezTo>
                    <a:cubicBezTo>
                      <a:pt x="25670" y="103346"/>
                      <a:pt x="40116" y="81010"/>
                      <a:pt x="58674" y="62008"/>
                    </a:cubicBezTo>
                    <a:cubicBezTo>
                      <a:pt x="77121" y="43117"/>
                      <a:pt x="99346" y="27892"/>
                      <a:pt x="124793" y="16780"/>
                    </a:cubicBezTo>
                    <a:cubicBezTo>
                      <a:pt x="150241" y="5667"/>
                      <a:pt x="178467" y="0"/>
                      <a:pt x="208582" y="0"/>
                    </a:cubicBezTo>
                    <a:cubicBezTo>
                      <a:pt x="226028" y="0"/>
                      <a:pt x="242141" y="1222"/>
                      <a:pt x="256476" y="3667"/>
                    </a:cubicBezTo>
                    <a:cubicBezTo>
                      <a:pt x="270812" y="6223"/>
                      <a:pt x="284258" y="9779"/>
                      <a:pt x="296481" y="14335"/>
                    </a:cubicBezTo>
                    <a:cubicBezTo>
                      <a:pt x="308705" y="18891"/>
                      <a:pt x="320373" y="24670"/>
                      <a:pt x="331375" y="31337"/>
                    </a:cubicBezTo>
                    <a:cubicBezTo>
                      <a:pt x="342265" y="38005"/>
                      <a:pt x="352933" y="45784"/>
                      <a:pt x="363268" y="54562"/>
                    </a:cubicBezTo>
                    <a:lnTo>
                      <a:pt x="366268" y="57118"/>
                    </a:lnTo>
                    <a:lnTo>
                      <a:pt x="317040" y="115792"/>
                    </a:lnTo>
                    <a:lnTo>
                      <a:pt x="313928" y="113125"/>
                    </a:lnTo>
                    <a:cubicBezTo>
                      <a:pt x="306483" y="106791"/>
                      <a:pt x="298815" y="101013"/>
                      <a:pt x="291148" y="95901"/>
                    </a:cubicBezTo>
                    <a:cubicBezTo>
                      <a:pt x="283480" y="90789"/>
                      <a:pt x="275368" y="86455"/>
                      <a:pt x="267033" y="83010"/>
                    </a:cubicBezTo>
                    <a:cubicBezTo>
                      <a:pt x="258699" y="79566"/>
                      <a:pt x="249364" y="76787"/>
                      <a:pt x="239252" y="74787"/>
                    </a:cubicBezTo>
                    <a:cubicBezTo>
                      <a:pt x="229140" y="72787"/>
                      <a:pt x="217916" y="71787"/>
                      <a:pt x="205915" y="71787"/>
                    </a:cubicBezTo>
                    <a:cubicBezTo>
                      <a:pt x="188579" y="71787"/>
                      <a:pt x="172133" y="75454"/>
                      <a:pt x="157131" y="82677"/>
                    </a:cubicBezTo>
                    <a:cubicBezTo>
                      <a:pt x="142018" y="90011"/>
                      <a:pt x="128794" y="99901"/>
                      <a:pt x="117681" y="112014"/>
                    </a:cubicBezTo>
                    <a:cubicBezTo>
                      <a:pt x="106569" y="124238"/>
                      <a:pt x="97679" y="138795"/>
                      <a:pt x="91345" y="155242"/>
                    </a:cubicBezTo>
                    <a:cubicBezTo>
                      <a:pt x="85011" y="171688"/>
                      <a:pt x="81788" y="189246"/>
                      <a:pt x="81788" y="207582"/>
                    </a:cubicBezTo>
                    <a:lnTo>
                      <a:pt x="81788" y="208693"/>
                    </a:lnTo>
                    <a:cubicBezTo>
                      <a:pt x="81788" y="228473"/>
                      <a:pt x="84900" y="247142"/>
                      <a:pt x="91123" y="263922"/>
                    </a:cubicBezTo>
                    <a:cubicBezTo>
                      <a:pt x="97345" y="280702"/>
                      <a:pt x="106236" y="295259"/>
                      <a:pt x="117570" y="307261"/>
                    </a:cubicBezTo>
                    <a:cubicBezTo>
                      <a:pt x="129016" y="319262"/>
                      <a:pt x="142796" y="328819"/>
                      <a:pt x="158575" y="335820"/>
                    </a:cubicBezTo>
                    <a:cubicBezTo>
                      <a:pt x="174355" y="342710"/>
                      <a:pt x="192246" y="346266"/>
                      <a:pt x="211915" y="346266"/>
                    </a:cubicBezTo>
                    <a:cubicBezTo>
                      <a:pt x="230140" y="346266"/>
                      <a:pt x="247475" y="343599"/>
                      <a:pt x="263255" y="338265"/>
                    </a:cubicBezTo>
                    <a:cubicBezTo>
                      <a:pt x="278368" y="333153"/>
                      <a:pt x="291814" y="326374"/>
                      <a:pt x="303038" y="318151"/>
                    </a:cubicBezTo>
                    <a:lnTo>
                      <a:pt x="303038" y="249809"/>
                    </a:lnTo>
                    <a:lnTo>
                      <a:pt x="201914" y="249809"/>
                    </a:lnTo>
                    <a:lnTo>
                      <a:pt x="201914" y="181356"/>
                    </a:lnTo>
                    <a:lnTo>
                      <a:pt x="378269" y="181356"/>
                    </a:lnTo>
                    <a:lnTo>
                      <a:pt x="378269" y="353266"/>
                    </a:lnTo>
                    <a:lnTo>
                      <a:pt x="376825" y="354489"/>
                    </a:lnTo>
                    <a:cubicBezTo>
                      <a:pt x="366935" y="362934"/>
                      <a:pt x="355822" y="370935"/>
                      <a:pt x="343932" y="378492"/>
                    </a:cubicBezTo>
                    <a:cubicBezTo>
                      <a:pt x="331930" y="386048"/>
                      <a:pt x="318818" y="392827"/>
                      <a:pt x="304927" y="398605"/>
                    </a:cubicBezTo>
                    <a:cubicBezTo>
                      <a:pt x="290925" y="404384"/>
                      <a:pt x="275812" y="408829"/>
                      <a:pt x="259810" y="412052"/>
                    </a:cubicBezTo>
                    <a:cubicBezTo>
                      <a:pt x="243808" y="415274"/>
                      <a:pt x="226806" y="416941"/>
                      <a:pt x="209360" y="4169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" name="Google Shape;264;p42"/>
            <p:cNvSpPr/>
            <p:nvPr/>
          </p:nvSpPr>
          <p:spPr>
            <a:xfrm>
              <a:off x="1443938" y="6136989"/>
              <a:ext cx="247364" cy="69564"/>
            </a:xfrm>
            <a:custGeom>
              <a:avLst/>
              <a:gdLst/>
              <a:ahLst/>
              <a:cxnLst/>
              <a:rect l="l" t="t" r="r" b="b"/>
              <a:pathLst>
                <a:path w="247364" h="69564" extrusionOk="0">
                  <a:moveTo>
                    <a:pt x="68342" y="0"/>
                  </a:moveTo>
                  <a:lnTo>
                    <a:pt x="247364" y="0"/>
                  </a:lnTo>
                  <a:lnTo>
                    <a:pt x="171021" y="69564"/>
                  </a:lnTo>
                  <a:lnTo>
                    <a:pt x="0" y="69564"/>
                  </a:lnTo>
                  <a:lnTo>
                    <a:pt x="68342" y="0"/>
                  </a:lnTo>
                  <a:close/>
                </a:path>
              </a:pathLst>
            </a:custGeom>
            <a:solidFill>
              <a:srgbClr val="5B942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3"/>
          <p:cNvPicPr preferRelativeResize="0"/>
          <p:nvPr/>
        </p:nvPicPr>
        <p:blipFill rotWithShape="1">
          <a:blip r:embed="rId3">
            <a:alphaModFix amt="52000"/>
          </a:blip>
          <a:srcRect t="-200" b="17019"/>
          <a:stretch/>
        </p:blipFill>
        <p:spPr>
          <a:xfrm>
            <a:off x="0" y="2521743"/>
            <a:ext cx="6391276" cy="262175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3"/>
          <p:cNvSpPr/>
          <p:nvPr/>
        </p:nvSpPr>
        <p:spPr>
          <a:xfrm>
            <a:off x="0" y="2521743"/>
            <a:ext cx="6391200" cy="243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3000">
                <a:srgbClr val="FFFFFF">
                  <a:alpha val="0"/>
                </a:srgbClr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43"/>
          <p:cNvCxnSpPr/>
          <p:nvPr/>
        </p:nvCxnSpPr>
        <p:spPr>
          <a:xfrm rot="10800000">
            <a:off x="150" y="2519363"/>
            <a:ext cx="63816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72" name="Google Shape;272;p43"/>
          <p:cNvSpPr/>
          <p:nvPr/>
        </p:nvSpPr>
        <p:spPr>
          <a:xfrm>
            <a:off x="6377940" y="0"/>
            <a:ext cx="2766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3"/>
          <p:cNvSpPr txBox="1"/>
          <p:nvPr/>
        </p:nvSpPr>
        <p:spPr>
          <a:xfrm>
            <a:off x="388665" y="609688"/>
            <a:ext cx="5356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From Food Expertise to Integrated Facility Solutions.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4" name="Google Shape;274;p43"/>
          <p:cNvSpPr txBox="1"/>
          <p:nvPr/>
        </p:nvSpPr>
        <p:spPr>
          <a:xfrm>
            <a:off x="388665" y="359769"/>
            <a:ext cx="6271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D6E3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Our Journey</a:t>
            </a:r>
            <a:endParaRPr sz="900"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75" name="Google Shape;275;p43"/>
          <p:cNvGrpSpPr/>
          <p:nvPr/>
        </p:nvGrpSpPr>
        <p:grpSpPr>
          <a:xfrm>
            <a:off x="409302" y="2516497"/>
            <a:ext cx="4469130" cy="2627071"/>
            <a:chOff x="545736" y="3355300"/>
            <a:chExt cx="5958840" cy="2105700"/>
          </a:xfrm>
        </p:grpSpPr>
        <p:cxnSp>
          <p:nvCxnSpPr>
            <p:cNvPr id="276" name="Google Shape;276;p43"/>
            <p:cNvCxnSpPr/>
            <p:nvPr/>
          </p:nvCxnSpPr>
          <p:spPr>
            <a:xfrm rot="10800000">
              <a:off x="545736" y="3355300"/>
              <a:ext cx="0" cy="210570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77" name="Google Shape;277;p43"/>
            <p:cNvCxnSpPr/>
            <p:nvPr/>
          </p:nvCxnSpPr>
          <p:spPr>
            <a:xfrm rot="10800000">
              <a:off x="2532016" y="3355300"/>
              <a:ext cx="0" cy="210570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78" name="Google Shape;278;p43"/>
            <p:cNvCxnSpPr/>
            <p:nvPr/>
          </p:nvCxnSpPr>
          <p:spPr>
            <a:xfrm rot="10800000">
              <a:off x="4518296" y="3355300"/>
              <a:ext cx="0" cy="210570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79" name="Google Shape;279;p43"/>
            <p:cNvCxnSpPr/>
            <p:nvPr/>
          </p:nvCxnSpPr>
          <p:spPr>
            <a:xfrm rot="10800000">
              <a:off x="6504576" y="3355300"/>
              <a:ext cx="0" cy="210570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80" name="Google Shape;280;p43"/>
          <p:cNvSpPr txBox="1"/>
          <p:nvPr/>
        </p:nvSpPr>
        <p:spPr>
          <a:xfrm>
            <a:off x="388666" y="2336207"/>
            <a:ext cx="706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117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01117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2015</a:t>
            </a:r>
            <a:endParaRPr sz="1100"/>
          </a:p>
        </p:txBody>
      </p:sp>
      <p:sp>
        <p:nvSpPr>
          <p:cNvPr id="281" name="Google Shape;281;p43"/>
          <p:cNvSpPr txBox="1"/>
          <p:nvPr/>
        </p:nvSpPr>
        <p:spPr>
          <a:xfrm>
            <a:off x="1885255" y="2336207"/>
            <a:ext cx="706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117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01117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2017-2020</a:t>
            </a:r>
            <a:endParaRPr sz="1100"/>
          </a:p>
        </p:txBody>
      </p:sp>
      <p:sp>
        <p:nvSpPr>
          <p:cNvPr id="282" name="Google Shape;282;p43"/>
          <p:cNvSpPr txBox="1"/>
          <p:nvPr/>
        </p:nvSpPr>
        <p:spPr>
          <a:xfrm>
            <a:off x="3381844" y="2336207"/>
            <a:ext cx="706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117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01117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2021–2024</a:t>
            </a:r>
            <a:endParaRPr sz="1100"/>
          </a:p>
        </p:txBody>
      </p:sp>
      <p:sp>
        <p:nvSpPr>
          <p:cNvPr id="283" name="Google Shape;283;p43"/>
          <p:cNvSpPr txBox="1"/>
          <p:nvPr/>
        </p:nvSpPr>
        <p:spPr>
          <a:xfrm>
            <a:off x="4878432" y="2336207"/>
            <a:ext cx="7068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117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01117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2025</a:t>
            </a:r>
            <a:endParaRPr sz="1100"/>
          </a:p>
        </p:txBody>
      </p:sp>
      <p:sp>
        <p:nvSpPr>
          <p:cNvPr id="284" name="Google Shape;284;p43"/>
          <p:cNvSpPr txBox="1"/>
          <p:nvPr/>
        </p:nvSpPr>
        <p:spPr>
          <a:xfrm>
            <a:off x="497251" y="3050700"/>
            <a:ext cx="113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Established as Sunshine Food Group with a focus on healthcare catering.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5" name="Google Shape;285;p43"/>
          <p:cNvSpPr txBox="1"/>
          <p:nvPr/>
        </p:nvSpPr>
        <p:spPr>
          <a:xfrm>
            <a:off x="1993840" y="305070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Expanded into corporate catering and industrial catering services.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6" name="Google Shape;286;p43"/>
          <p:cNvSpPr txBox="1"/>
          <p:nvPr/>
        </p:nvSpPr>
        <p:spPr>
          <a:xfrm>
            <a:off x="3490429" y="3050700"/>
            <a:ext cx="1296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Strengthened nutrition expertise, kitchen management, coffee solutions and digital operational systems.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7" name="Google Shape;287;p43"/>
          <p:cNvSpPr txBox="1"/>
          <p:nvPr/>
        </p:nvSpPr>
        <p:spPr>
          <a:xfrm>
            <a:off x="4987017" y="3050700"/>
            <a:ext cx="1235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Expanded facility support capabilities through strategic partnerships and integrated services.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8" name="Google Shape;288;p43"/>
          <p:cNvSpPr/>
          <p:nvPr/>
        </p:nvSpPr>
        <p:spPr>
          <a:xfrm>
            <a:off x="377810" y="2487930"/>
            <a:ext cx="63000" cy="6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3"/>
          <p:cNvSpPr/>
          <p:nvPr/>
        </p:nvSpPr>
        <p:spPr>
          <a:xfrm>
            <a:off x="1867520" y="2487930"/>
            <a:ext cx="63000" cy="6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3"/>
          <p:cNvSpPr/>
          <p:nvPr/>
        </p:nvSpPr>
        <p:spPr>
          <a:xfrm>
            <a:off x="3357230" y="2487930"/>
            <a:ext cx="63000" cy="6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3"/>
          <p:cNvSpPr/>
          <p:nvPr/>
        </p:nvSpPr>
        <p:spPr>
          <a:xfrm>
            <a:off x="4846940" y="2487930"/>
            <a:ext cx="63000" cy="6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43"/>
          <p:cNvPicPr preferRelativeResize="0"/>
          <p:nvPr/>
        </p:nvPicPr>
        <p:blipFill rotWithShape="1">
          <a:blip r:embed="rId4">
            <a:alphaModFix amt="60000"/>
          </a:blip>
          <a:srcRect l="2988" r="10894"/>
          <a:stretch/>
        </p:blipFill>
        <p:spPr>
          <a:xfrm>
            <a:off x="6377940" y="1624288"/>
            <a:ext cx="2766060" cy="351921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3"/>
          <p:cNvSpPr/>
          <p:nvPr/>
        </p:nvSpPr>
        <p:spPr>
          <a:xfrm>
            <a:off x="6378000" y="1603775"/>
            <a:ext cx="2766000" cy="3099000"/>
          </a:xfrm>
          <a:prstGeom prst="rect">
            <a:avLst/>
          </a:prstGeom>
          <a:gradFill>
            <a:gsLst>
              <a:gs pos="0">
                <a:srgbClr val="E8E8E8">
                  <a:alpha val="0"/>
                </a:srgbClr>
              </a:gs>
              <a:gs pos="14000">
                <a:srgbClr val="E8E8E8">
                  <a:alpha val="0"/>
                </a:srgbClr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3"/>
          <p:cNvPicPr preferRelativeResize="0"/>
          <p:nvPr/>
        </p:nvPicPr>
        <p:blipFill rotWithShape="1">
          <a:blip r:embed="rId5">
            <a:alphaModFix/>
          </a:blip>
          <a:srcRect l="2988" r="10894"/>
          <a:stretch/>
        </p:blipFill>
        <p:spPr>
          <a:xfrm>
            <a:off x="6377940" y="1624288"/>
            <a:ext cx="2766060" cy="351921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95" name="Google Shape;295;p43"/>
          <p:cNvSpPr txBox="1"/>
          <p:nvPr/>
        </p:nvSpPr>
        <p:spPr>
          <a:xfrm>
            <a:off x="497251" y="2673008"/>
            <a:ext cx="129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Healthcare </a:t>
            </a:r>
            <a:b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Catering</a:t>
            </a:r>
            <a:endParaRPr sz="1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6" name="Google Shape;296;p43"/>
          <p:cNvSpPr txBox="1"/>
          <p:nvPr/>
        </p:nvSpPr>
        <p:spPr>
          <a:xfrm>
            <a:off x="1993840" y="2673008"/>
            <a:ext cx="129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Corporate </a:t>
            </a:r>
            <a:b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Catering </a:t>
            </a:r>
            <a:endParaRPr sz="1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7" name="Google Shape;297;p43"/>
          <p:cNvSpPr txBox="1"/>
          <p:nvPr/>
        </p:nvSpPr>
        <p:spPr>
          <a:xfrm>
            <a:off x="3490429" y="2673008"/>
            <a:ext cx="129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Operations </a:t>
            </a:r>
            <a:b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&amp; Technology</a:t>
            </a:r>
            <a:endParaRPr sz="1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4987017" y="2673008"/>
            <a:ext cx="12960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Facilities </a:t>
            </a:r>
            <a:b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1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&amp; Partnerships</a:t>
            </a:r>
            <a:endParaRPr sz="1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6629400" y="492021"/>
            <a:ext cx="564300" cy="194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Today</a:t>
            </a:r>
            <a:endParaRPr sz="1100"/>
          </a:p>
        </p:txBody>
      </p:sp>
      <p:sp>
        <p:nvSpPr>
          <p:cNvPr id="300" name="Google Shape;300;p43"/>
          <p:cNvSpPr txBox="1"/>
          <p:nvPr/>
        </p:nvSpPr>
        <p:spPr>
          <a:xfrm>
            <a:off x="6629399" y="819249"/>
            <a:ext cx="210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Sunshine Facility Group</a:t>
            </a:r>
            <a:endParaRPr sz="1100"/>
          </a:p>
        </p:txBody>
      </p:sp>
      <p:sp>
        <p:nvSpPr>
          <p:cNvPr id="301" name="Google Shape;301;p43"/>
          <p:cNvSpPr txBox="1"/>
          <p:nvPr/>
        </p:nvSpPr>
        <p:spPr>
          <a:xfrm>
            <a:off x="6629400" y="1829375"/>
            <a:ext cx="1197900" cy="14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Delivering end-to-end integrated facility solutions beyond food.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This evolution is supported by SFG's expansion from catering into broader support and facility services over the </a:t>
            </a:r>
            <a:br>
              <a:rPr lang="en" sz="9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9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past decade.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02" name="Google Shape;302;p43"/>
          <p:cNvGrpSpPr/>
          <p:nvPr/>
        </p:nvGrpSpPr>
        <p:grpSpPr>
          <a:xfrm>
            <a:off x="8132474" y="404861"/>
            <a:ext cx="502850" cy="205343"/>
            <a:chOff x="670620" y="5956300"/>
            <a:chExt cx="1021016" cy="416941"/>
          </a:xfrm>
        </p:grpSpPr>
        <p:grpSp>
          <p:nvGrpSpPr>
            <p:cNvPr id="303" name="Google Shape;303;p43"/>
            <p:cNvGrpSpPr/>
            <p:nvPr/>
          </p:nvGrpSpPr>
          <p:grpSpPr>
            <a:xfrm>
              <a:off x="670620" y="5956300"/>
              <a:ext cx="1021016" cy="416941"/>
              <a:chOff x="670620" y="5956300"/>
              <a:chExt cx="1021016" cy="416941"/>
            </a:xfrm>
          </p:grpSpPr>
          <p:sp>
            <p:nvSpPr>
              <p:cNvPr id="304" name="Google Shape;304;p43"/>
              <p:cNvSpPr/>
              <p:nvPr/>
            </p:nvSpPr>
            <p:spPr>
              <a:xfrm>
                <a:off x="670620" y="5957411"/>
                <a:ext cx="315150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315150" h="414718" extrusionOk="0">
                    <a:moveTo>
                      <a:pt x="170466" y="414607"/>
                    </a:moveTo>
                    <a:cubicBezTo>
                      <a:pt x="139573" y="414607"/>
                      <a:pt x="109680" y="409273"/>
                      <a:pt x="81566" y="398828"/>
                    </a:cubicBezTo>
                    <a:cubicBezTo>
                      <a:pt x="53340" y="388382"/>
                      <a:pt x="26892" y="372047"/>
                      <a:pt x="2889" y="350377"/>
                    </a:cubicBezTo>
                    <a:lnTo>
                      <a:pt x="0" y="347821"/>
                    </a:lnTo>
                    <a:lnTo>
                      <a:pt x="46895" y="292037"/>
                    </a:lnTo>
                    <a:lnTo>
                      <a:pt x="50006" y="294704"/>
                    </a:lnTo>
                    <a:cubicBezTo>
                      <a:pt x="68786" y="310928"/>
                      <a:pt x="88122" y="323596"/>
                      <a:pt x="107236" y="332264"/>
                    </a:cubicBezTo>
                    <a:cubicBezTo>
                      <a:pt x="126238" y="340820"/>
                      <a:pt x="148019" y="345154"/>
                      <a:pt x="172244" y="345154"/>
                    </a:cubicBezTo>
                    <a:cubicBezTo>
                      <a:pt x="192691" y="345154"/>
                      <a:pt x="209137" y="340820"/>
                      <a:pt x="221028" y="332375"/>
                    </a:cubicBezTo>
                    <a:cubicBezTo>
                      <a:pt x="232696" y="324041"/>
                      <a:pt x="238252" y="313261"/>
                      <a:pt x="238252" y="299482"/>
                    </a:cubicBezTo>
                    <a:lnTo>
                      <a:pt x="238252" y="298371"/>
                    </a:lnTo>
                    <a:cubicBezTo>
                      <a:pt x="238252" y="291814"/>
                      <a:pt x="237141" y="286036"/>
                      <a:pt x="234918" y="281035"/>
                    </a:cubicBezTo>
                    <a:cubicBezTo>
                      <a:pt x="232807" y="276257"/>
                      <a:pt x="228584" y="271590"/>
                      <a:pt x="222583" y="267033"/>
                    </a:cubicBezTo>
                    <a:cubicBezTo>
                      <a:pt x="216360" y="262366"/>
                      <a:pt x="207582" y="258032"/>
                      <a:pt x="196469" y="254032"/>
                    </a:cubicBezTo>
                    <a:cubicBezTo>
                      <a:pt x="185134" y="249920"/>
                      <a:pt x="170244" y="245809"/>
                      <a:pt x="151908" y="241697"/>
                    </a:cubicBezTo>
                    <a:cubicBezTo>
                      <a:pt x="130683" y="236807"/>
                      <a:pt x="111570" y="231140"/>
                      <a:pt x="95012" y="224917"/>
                    </a:cubicBezTo>
                    <a:cubicBezTo>
                      <a:pt x="78343" y="218583"/>
                      <a:pt x="64008" y="210804"/>
                      <a:pt x="52562" y="201692"/>
                    </a:cubicBezTo>
                    <a:cubicBezTo>
                      <a:pt x="41005" y="192469"/>
                      <a:pt x="32004" y="181023"/>
                      <a:pt x="25892" y="167799"/>
                    </a:cubicBezTo>
                    <a:cubicBezTo>
                      <a:pt x="19780" y="154575"/>
                      <a:pt x="16780" y="138351"/>
                      <a:pt x="16780" y="119793"/>
                    </a:cubicBezTo>
                    <a:lnTo>
                      <a:pt x="16780" y="118682"/>
                    </a:lnTo>
                    <a:cubicBezTo>
                      <a:pt x="16780" y="101235"/>
                      <a:pt x="20336" y="84900"/>
                      <a:pt x="27226" y="70342"/>
                    </a:cubicBezTo>
                    <a:cubicBezTo>
                      <a:pt x="34115" y="55785"/>
                      <a:pt x="43894" y="43117"/>
                      <a:pt x="56007" y="32893"/>
                    </a:cubicBezTo>
                    <a:cubicBezTo>
                      <a:pt x="68120" y="22670"/>
                      <a:pt x="82788" y="14557"/>
                      <a:pt x="99790" y="8779"/>
                    </a:cubicBezTo>
                    <a:cubicBezTo>
                      <a:pt x="116570" y="2889"/>
                      <a:pt x="135239" y="0"/>
                      <a:pt x="155242" y="0"/>
                    </a:cubicBezTo>
                    <a:cubicBezTo>
                      <a:pt x="184579" y="0"/>
                      <a:pt x="211360" y="4334"/>
                      <a:pt x="234807" y="13002"/>
                    </a:cubicBezTo>
                    <a:cubicBezTo>
                      <a:pt x="258255" y="21558"/>
                      <a:pt x="280591" y="34227"/>
                      <a:pt x="301149" y="50562"/>
                    </a:cubicBezTo>
                    <a:lnTo>
                      <a:pt x="304149" y="52896"/>
                    </a:lnTo>
                    <a:lnTo>
                      <a:pt x="262366" y="111792"/>
                    </a:lnTo>
                    <a:lnTo>
                      <a:pt x="259032" y="109458"/>
                    </a:lnTo>
                    <a:cubicBezTo>
                      <a:pt x="241364" y="96568"/>
                      <a:pt x="223584" y="86566"/>
                      <a:pt x="206248" y="79788"/>
                    </a:cubicBezTo>
                    <a:cubicBezTo>
                      <a:pt x="189135" y="73009"/>
                      <a:pt x="171577" y="69675"/>
                      <a:pt x="154019" y="69675"/>
                    </a:cubicBezTo>
                    <a:cubicBezTo>
                      <a:pt x="134684" y="69675"/>
                      <a:pt x="119571" y="73898"/>
                      <a:pt x="109125" y="82344"/>
                    </a:cubicBezTo>
                    <a:cubicBezTo>
                      <a:pt x="98679" y="90678"/>
                      <a:pt x="93678" y="100568"/>
                      <a:pt x="93678" y="112570"/>
                    </a:cubicBezTo>
                    <a:lnTo>
                      <a:pt x="93678" y="113681"/>
                    </a:lnTo>
                    <a:cubicBezTo>
                      <a:pt x="93678" y="120571"/>
                      <a:pt x="94901" y="126794"/>
                      <a:pt x="97346" y="132128"/>
                    </a:cubicBezTo>
                    <a:cubicBezTo>
                      <a:pt x="99679" y="137239"/>
                      <a:pt x="104013" y="142018"/>
                      <a:pt x="110347" y="146241"/>
                    </a:cubicBezTo>
                    <a:cubicBezTo>
                      <a:pt x="117015" y="150686"/>
                      <a:pt x="126349" y="155019"/>
                      <a:pt x="138240" y="159020"/>
                    </a:cubicBezTo>
                    <a:cubicBezTo>
                      <a:pt x="150241" y="163132"/>
                      <a:pt x="165910" y="167465"/>
                      <a:pt x="184579" y="171910"/>
                    </a:cubicBezTo>
                    <a:cubicBezTo>
                      <a:pt x="205470" y="177244"/>
                      <a:pt x="224139" y="183134"/>
                      <a:pt x="240363" y="189579"/>
                    </a:cubicBezTo>
                    <a:cubicBezTo>
                      <a:pt x="256810" y="196136"/>
                      <a:pt x="270589" y="204248"/>
                      <a:pt x="281480" y="213693"/>
                    </a:cubicBezTo>
                    <a:cubicBezTo>
                      <a:pt x="292481" y="223250"/>
                      <a:pt x="300927" y="234585"/>
                      <a:pt x="306594" y="247253"/>
                    </a:cubicBezTo>
                    <a:cubicBezTo>
                      <a:pt x="312261" y="259921"/>
                      <a:pt x="315151" y="274812"/>
                      <a:pt x="315151" y="291481"/>
                    </a:cubicBezTo>
                    <a:lnTo>
                      <a:pt x="315151" y="292592"/>
                    </a:lnTo>
                    <a:cubicBezTo>
                      <a:pt x="315151" y="311483"/>
                      <a:pt x="311483" y="328819"/>
                      <a:pt x="304371" y="344043"/>
                    </a:cubicBezTo>
                    <a:cubicBezTo>
                      <a:pt x="297259" y="359156"/>
                      <a:pt x="287147" y="372158"/>
                      <a:pt x="274479" y="382715"/>
                    </a:cubicBezTo>
                    <a:cubicBezTo>
                      <a:pt x="261811" y="393160"/>
                      <a:pt x="246364" y="401161"/>
                      <a:pt x="228695" y="406606"/>
                    </a:cubicBezTo>
                    <a:cubicBezTo>
                      <a:pt x="211138" y="411940"/>
                      <a:pt x="191580" y="414718"/>
                      <a:pt x="170577" y="414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43"/>
              <p:cNvSpPr/>
              <p:nvPr/>
            </p:nvSpPr>
            <p:spPr>
              <a:xfrm>
                <a:off x="1010106" y="5963078"/>
                <a:ext cx="301704" cy="403383"/>
              </a:xfrm>
              <a:custGeom>
                <a:avLst/>
                <a:gdLst/>
                <a:ahLst/>
                <a:cxnLst/>
                <a:rect l="l" t="t" r="r" b="b"/>
                <a:pathLst>
                  <a:path w="301704" h="403383" extrusionOk="0">
                    <a:moveTo>
                      <a:pt x="0" y="403384"/>
                    </a:moveTo>
                    <a:lnTo>
                      <a:pt x="0" y="0"/>
                    </a:lnTo>
                    <a:lnTo>
                      <a:pt x="301704" y="0"/>
                    </a:lnTo>
                    <a:lnTo>
                      <a:pt x="301704" y="70676"/>
                    </a:lnTo>
                    <a:lnTo>
                      <a:pt x="76899" y="70676"/>
                    </a:lnTo>
                    <a:lnTo>
                      <a:pt x="76899" y="171688"/>
                    </a:lnTo>
                    <a:lnTo>
                      <a:pt x="276257" y="171688"/>
                    </a:lnTo>
                    <a:lnTo>
                      <a:pt x="276257" y="242364"/>
                    </a:lnTo>
                    <a:lnTo>
                      <a:pt x="76899" y="242364"/>
                    </a:lnTo>
                    <a:lnTo>
                      <a:pt x="76899" y="403384"/>
                    </a:lnTo>
                    <a:lnTo>
                      <a:pt x="0" y="4033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43"/>
              <p:cNvSpPr/>
              <p:nvPr/>
            </p:nvSpPr>
            <p:spPr>
              <a:xfrm>
                <a:off x="1313367" y="5956300"/>
                <a:ext cx="378269" cy="416941"/>
              </a:xfrm>
              <a:custGeom>
                <a:avLst/>
                <a:gdLst/>
                <a:ahLst/>
                <a:cxnLst/>
                <a:rect l="l" t="t" r="r" b="b"/>
                <a:pathLst>
                  <a:path w="378269" h="416941" extrusionOk="0">
                    <a:moveTo>
                      <a:pt x="209026" y="416941"/>
                    </a:moveTo>
                    <a:cubicBezTo>
                      <a:pt x="177800" y="416941"/>
                      <a:pt x="148907" y="411607"/>
                      <a:pt x="123349" y="401161"/>
                    </a:cubicBezTo>
                    <a:cubicBezTo>
                      <a:pt x="97679" y="390604"/>
                      <a:pt x="75565" y="375936"/>
                      <a:pt x="57341" y="357378"/>
                    </a:cubicBezTo>
                    <a:cubicBezTo>
                      <a:pt x="39116" y="338820"/>
                      <a:pt x="24892" y="316706"/>
                      <a:pt x="15002" y="291703"/>
                    </a:cubicBezTo>
                    <a:cubicBezTo>
                      <a:pt x="5112" y="266700"/>
                      <a:pt x="0" y="239141"/>
                      <a:pt x="0" y="209693"/>
                    </a:cubicBezTo>
                    <a:lnTo>
                      <a:pt x="0" y="208582"/>
                    </a:lnTo>
                    <a:cubicBezTo>
                      <a:pt x="0" y="180689"/>
                      <a:pt x="5223" y="153797"/>
                      <a:pt x="15446" y="128572"/>
                    </a:cubicBezTo>
                    <a:cubicBezTo>
                      <a:pt x="25670" y="103346"/>
                      <a:pt x="40116" y="81010"/>
                      <a:pt x="58674" y="62008"/>
                    </a:cubicBezTo>
                    <a:cubicBezTo>
                      <a:pt x="77121" y="43117"/>
                      <a:pt x="99346" y="27892"/>
                      <a:pt x="124793" y="16780"/>
                    </a:cubicBezTo>
                    <a:cubicBezTo>
                      <a:pt x="150241" y="5667"/>
                      <a:pt x="178467" y="0"/>
                      <a:pt x="208582" y="0"/>
                    </a:cubicBezTo>
                    <a:cubicBezTo>
                      <a:pt x="226028" y="0"/>
                      <a:pt x="242141" y="1222"/>
                      <a:pt x="256476" y="3667"/>
                    </a:cubicBezTo>
                    <a:cubicBezTo>
                      <a:pt x="270812" y="6223"/>
                      <a:pt x="284258" y="9779"/>
                      <a:pt x="296481" y="14335"/>
                    </a:cubicBezTo>
                    <a:cubicBezTo>
                      <a:pt x="308705" y="18891"/>
                      <a:pt x="320373" y="24670"/>
                      <a:pt x="331375" y="31337"/>
                    </a:cubicBezTo>
                    <a:cubicBezTo>
                      <a:pt x="342265" y="38005"/>
                      <a:pt x="352933" y="45784"/>
                      <a:pt x="363268" y="54562"/>
                    </a:cubicBezTo>
                    <a:lnTo>
                      <a:pt x="366268" y="57118"/>
                    </a:lnTo>
                    <a:lnTo>
                      <a:pt x="317040" y="115792"/>
                    </a:lnTo>
                    <a:lnTo>
                      <a:pt x="313928" y="113125"/>
                    </a:lnTo>
                    <a:cubicBezTo>
                      <a:pt x="306483" y="106791"/>
                      <a:pt x="298815" y="101013"/>
                      <a:pt x="291148" y="95901"/>
                    </a:cubicBezTo>
                    <a:cubicBezTo>
                      <a:pt x="283480" y="90789"/>
                      <a:pt x="275368" y="86455"/>
                      <a:pt x="267033" y="83010"/>
                    </a:cubicBezTo>
                    <a:cubicBezTo>
                      <a:pt x="258699" y="79566"/>
                      <a:pt x="249364" y="76787"/>
                      <a:pt x="239252" y="74787"/>
                    </a:cubicBezTo>
                    <a:cubicBezTo>
                      <a:pt x="229140" y="72787"/>
                      <a:pt x="217916" y="71787"/>
                      <a:pt x="205915" y="71787"/>
                    </a:cubicBezTo>
                    <a:cubicBezTo>
                      <a:pt x="188579" y="71787"/>
                      <a:pt x="172133" y="75454"/>
                      <a:pt x="157131" y="82677"/>
                    </a:cubicBezTo>
                    <a:cubicBezTo>
                      <a:pt x="142018" y="90011"/>
                      <a:pt x="128794" y="99901"/>
                      <a:pt x="117681" y="112014"/>
                    </a:cubicBezTo>
                    <a:cubicBezTo>
                      <a:pt x="106569" y="124238"/>
                      <a:pt x="97679" y="138795"/>
                      <a:pt x="91345" y="155242"/>
                    </a:cubicBezTo>
                    <a:cubicBezTo>
                      <a:pt x="85011" y="171688"/>
                      <a:pt x="81788" y="189246"/>
                      <a:pt x="81788" y="207582"/>
                    </a:cubicBezTo>
                    <a:lnTo>
                      <a:pt x="81788" y="208693"/>
                    </a:lnTo>
                    <a:cubicBezTo>
                      <a:pt x="81788" y="228473"/>
                      <a:pt x="84900" y="247142"/>
                      <a:pt x="91123" y="263922"/>
                    </a:cubicBezTo>
                    <a:cubicBezTo>
                      <a:pt x="97345" y="280702"/>
                      <a:pt x="106236" y="295259"/>
                      <a:pt x="117570" y="307261"/>
                    </a:cubicBezTo>
                    <a:cubicBezTo>
                      <a:pt x="129016" y="319262"/>
                      <a:pt x="142796" y="328819"/>
                      <a:pt x="158575" y="335820"/>
                    </a:cubicBezTo>
                    <a:cubicBezTo>
                      <a:pt x="174355" y="342710"/>
                      <a:pt x="192246" y="346266"/>
                      <a:pt x="211915" y="346266"/>
                    </a:cubicBezTo>
                    <a:cubicBezTo>
                      <a:pt x="230140" y="346266"/>
                      <a:pt x="247475" y="343599"/>
                      <a:pt x="263255" y="338265"/>
                    </a:cubicBezTo>
                    <a:cubicBezTo>
                      <a:pt x="278368" y="333153"/>
                      <a:pt x="291814" y="326374"/>
                      <a:pt x="303038" y="318151"/>
                    </a:cubicBezTo>
                    <a:lnTo>
                      <a:pt x="303038" y="249809"/>
                    </a:lnTo>
                    <a:lnTo>
                      <a:pt x="201914" y="249809"/>
                    </a:lnTo>
                    <a:lnTo>
                      <a:pt x="201914" y="181356"/>
                    </a:lnTo>
                    <a:lnTo>
                      <a:pt x="378269" y="181356"/>
                    </a:lnTo>
                    <a:lnTo>
                      <a:pt x="378269" y="353266"/>
                    </a:lnTo>
                    <a:lnTo>
                      <a:pt x="376825" y="354489"/>
                    </a:lnTo>
                    <a:cubicBezTo>
                      <a:pt x="366935" y="362934"/>
                      <a:pt x="355822" y="370935"/>
                      <a:pt x="343932" y="378492"/>
                    </a:cubicBezTo>
                    <a:cubicBezTo>
                      <a:pt x="331930" y="386048"/>
                      <a:pt x="318818" y="392827"/>
                      <a:pt x="304927" y="398605"/>
                    </a:cubicBezTo>
                    <a:cubicBezTo>
                      <a:pt x="290925" y="404384"/>
                      <a:pt x="275812" y="408829"/>
                      <a:pt x="259810" y="412052"/>
                    </a:cubicBezTo>
                    <a:cubicBezTo>
                      <a:pt x="243808" y="415274"/>
                      <a:pt x="226806" y="416941"/>
                      <a:pt x="209360" y="4169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7" name="Google Shape;307;p43"/>
            <p:cNvSpPr/>
            <p:nvPr/>
          </p:nvSpPr>
          <p:spPr>
            <a:xfrm>
              <a:off x="1443938" y="6136989"/>
              <a:ext cx="247364" cy="69564"/>
            </a:xfrm>
            <a:custGeom>
              <a:avLst/>
              <a:gdLst/>
              <a:ahLst/>
              <a:cxnLst/>
              <a:rect l="l" t="t" r="r" b="b"/>
              <a:pathLst>
                <a:path w="247364" h="69564" extrusionOk="0">
                  <a:moveTo>
                    <a:pt x="68342" y="0"/>
                  </a:moveTo>
                  <a:lnTo>
                    <a:pt x="247364" y="0"/>
                  </a:lnTo>
                  <a:lnTo>
                    <a:pt x="171021" y="69564"/>
                  </a:lnTo>
                  <a:lnTo>
                    <a:pt x="0" y="69564"/>
                  </a:lnTo>
                  <a:lnTo>
                    <a:pt x="68342" y="0"/>
                  </a:lnTo>
                  <a:close/>
                </a:path>
              </a:pathLst>
            </a:custGeom>
            <a:solidFill>
              <a:srgbClr val="5B942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4" title="SFG6.png"/>
          <p:cNvPicPr preferRelativeResize="0"/>
          <p:nvPr/>
        </p:nvPicPr>
        <p:blipFill rotWithShape="1">
          <a:blip r:embed="rId3">
            <a:alphaModFix/>
          </a:blip>
          <a:srcRect l="14957" r="14957"/>
          <a:stretch/>
        </p:blipFill>
        <p:spPr>
          <a:xfrm>
            <a:off x="4106600" y="685850"/>
            <a:ext cx="3874596" cy="368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4" title="WhatsApp Image 2026-08-18 at 17.20.45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1812" y="689612"/>
            <a:ext cx="321945" cy="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/>
          <p:nvPr/>
        </p:nvSpPr>
        <p:spPr>
          <a:xfrm>
            <a:off x="0" y="4196950"/>
            <a:ext cx="2933700" cy="5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21B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4"/>
          <p:cNvSpPr txBox="1"/>
          <p:nvPr/>
        </p:nvSpPr>
        <p:spPr>
          <a:xfrm>
            <a:off x="388665" y="1211600"/>
            <a:ext cx="2704500" cy="22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000"/>
              <a:buFont typeface="Bricolage Grotesque"/>
              <a:buNone/>
            </a:pPr>
            <a: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Powered by </a:t>
            </a:r>
            <a:b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</a:br>
            <a: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One of Indonesia's Strongest Business Ecosystems.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4"/>
          <p:cNvSpPr txBox="1"/>
          <p:nvPr/>
        </p:nvSpPr>
        <p:spPr>
          <a:xfrm>
            <a:off x="388666" y="3493660"/>
            <a:ext cx="2278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249"/>
              </a:buClr>
              <a:buSzPts val="1100"/>
              <a:buFont typeface="Arial"/>
              <a:buNone/>
            </a:pPr>
            <a:r>
              <a:rPr lang="en" sz="110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Our experience across multiple industries allows us to understand diverse operational needs.</a:t>
            </a:r>
            <a:endParaRPr sz="1100" i="0" u="none" strike="noStrike" cap="none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317" name="Google Shape;317;p44"/>
          <p:cNvCxnSpPr/>
          <p:nvPr/>
        </p:nvCxnSpPr>
        <p:spPr>
          <a:xfrm rot="10800000">
            <a:off x="2933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318" name="Google Shape;318;p44"/>
          <p:cNvSpPr txBox="1"/>
          <p:nvPr/>
        </p:nvSpPr>
        <p:spPr>
          <a:xfrm>
            <a:off x="4984193" y="1131908"/>
            <a:ext cx="988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ricolage Grotesque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Food </a:t>
            </a:r>
            <a:r>
              <a:rPr lang="en" sz="9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and</a:t>
            </a: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b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</a:b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Lifestyle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4"/>
          <p:cNvSpPr txBox="1"/>
          <p:nvPr/>
        </p:nvSpPr>
        <p:spPr>
          <a:xfrm>
            <a:off x="4187666" y="2190611"/>
            <a:ext cx="992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ricolage Grotesque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Retail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4"/>
          <p:cNvSpPr txBox="1"/>
          <p:nvPr/>
        </p:nvSpPr>
        <p:spPr>
          <a:xfrm>
            <a:off x="4468414" y="3268559"/>
            <a:ext cx="98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ricolage Grotesque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Education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4"/>
          <p:cNvSpPr txBox="1"/>
          <p:nvPr/>
        </p:nvSpPr>
        <p:spPr>
          <a:xfrm>
            <a:off x="5556968" y="3762236"/>
            <a:ext cx="988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ricolage Grotesque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Financial </a:t>
            </a:r>
            <a:b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</a:b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Services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4"/>
          <p:cNvSpPr txBox="1"/>
          <p:nvPr/>
        </p:nvSpPr>
        <p:spPr>
          <a:xfrm>
            <a:off x="6150052" y="1201157"/>
            <a:ext cx="98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ricolage Grotesque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EPC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4"/>
          <p:cNvSpPr txBox="1"/>
          <p:nvPr/>
        </p:nvSpPr>
        <p:spPr>
          <a:xfrm>
            <a:off x="6943009" y="2190611"/>
            <a:ext cx="892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ricolage Grotesque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Healthcare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4"/>
          <p:cNvSpPr txBox="1"/>
          <p:nvPr/>
        </p:nvSpPr>
        <p:spPr>
          <a:xfrm>
            <a:off x="6604871" y="3268559"/>
            <a:ext cx="98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ricolage Grotesque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Hospitality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4"/>
          <p:cNvSpPr txBox="1"/>
          <p:nvPr/>
        </p:nvSpPr>
        <p:spPr>
          <a:xfrm>
            <a:off x="4290299" y="333951"/>
            <a:ext cx="87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800"/>
              <a:buFont typeface="Arial"/>
              <a:buNone/>
            </a:pPr>
            <a: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Supporting retail food operations from concept to execution</a:t>
            </a:r>
            <a:endParaRPr sz="1000" i="0" u="none" strike="noStrike" cap="non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44"/>
          <p:cNvSpPr txBox="1"/>
          <p:nvPr/>
        </p:nvSpPr>
        <p:spPr>
          <a:xfrm>
            <a:off x="3348990" y="2031544"/>
            <a:ext cx="855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800"/>
              <a:buFont typeface="Arial"/>
              <a:buNone/>
            </a:pPr>
            <a: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Large-scale retail operational support and food solutions</a:t>
            </a:r>
            <a:endParaRPr sz="1000" i="0" u="none" strike="noStrike" cap="non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44"/>
          <p:cNvSpPr txBox="1"/>
          <p:nvPr/>
        </p:nvSpPr>
        <p:spPr>
          <a:xfrm>
            <a:off x="3244692" y="3436481"/>
            <a:ext cx="123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800"/>
              <a:buFont typeface="Arial"/>
              <a:buNone/>
            </a:pPr>
            <a: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Supporting the development of Indonesia’s education landscape through leading school and higher education</a:t>
            </a:r>
            <a:endParaRPr sz="1000" i="0" u="none" strike="noStrike" cap="non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8" name="Google Shape;328;p44"/>
          <p:cNvSpPr txBox="1"/>
          <p:nvPr/>
        </p:nvSpPr>
        <p:spPr>
          <a:xfrm>
            <a:off x="5471566" y="4351358"/>
            <a:ext cx="120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800"/>
              <a:buFont typeface="Arial"/>
              <a:buNone/>
            </a:pPr>
            <a: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Supporting integrated business ecosystems</a:t>
            </a:r>
            <a:endParaRPr sz="1000" i="0" u="none" strike="noStrike" cap="non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9" name="Google Shape;329;p44"/>
          <p:cNvSpPr txBox="1"/>
          <p:nvPr/>
        </p:nvSpPr>
        <p:spPr>
          <a:xfrm>
            <a:off x="6865380" y="333951"/>
            <a:ext cx="1131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800"/>
              <a:buFont typeface="Arial"/>
              <a:buNone/>
            </a:pPr>
            <a: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Supporting facility readiness through engineering collaboration</a:t>
            </a:r>
            <a:endParaRPr sz="1000" i="0" u="none" strike="noStrike" cap="non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44"/>
          <p:cNvSpPr txBox="1"/>
          <p:nvPr/>
        </p:nvSpPr>
        <p:spPr>
          <a:xfrm>
            <a:off x="7581660" y="3436481"/>
            <a:ext cx="1259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800"/>
              <a:buFont typeface="Arial"/>
              <a:buNone/>
            </a:pPr>
            <a: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Supporting quality dining and operational services across hospitality environments</a:t>
            </a:r>
            <a:endParaRPr sz="1000" i="0" u="none" strike="noStrike" cap="non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1" name="Google Shape;331;p44"/>
          <p:cNvSpPr/>
          <p:nvPr/>
        </p:nvSpPr>
        <p:spPr>
          <a:xfrm>
            <a:off x="5208044" y="1683541"/>
            <a:ext cx="1670001" cy="1670068"/>
          </a:xfrm>
          <a:custGeom>
            <a:avLst/>
            <a:gdLst/>
            <a:ahLst/>
            <a:cxnLst/>
            <a:rect l="l" t="t" r="r" b="b"/>
            <a:pathLst>
              <a:path w="1542726" h="1542788" extrusionOk="0">
                <a:moveTo>
                  <a:pt x="1542726" y="771363"/>
                </a:moveTo>
                <a:cubicBezTo>
                  <a:pt x="1542726" y="789377"/>
                  <a:pt x="1542141" y="807206"/>
                  <a:pt x="1540876" y="824881"/>
                </a:cubicBezTo>
                <a:cubicBezTo>
                  <a:pt x="1531961" y="954927"/>
                  <a:pt x="1490875" y="1076059"/>
                  <a:pt x="1425450" y="1180411"/>
                </a:cubicBezTo>
                <a:cubicBezTo>
                  <a:pt x="1406419" y="1210794"/>
                  <a:pt x="1385382" y="1239697"/>
                  <a:pt x="1362432" y="1266995"/>
                </a:cubicBezTo>
                <a:cubicBezTo>
                  <a:pt x="1281863" y="1363080"/>
                  <a:pt x="1178221" y="1439208"/>
                  <a:pt x="1060112" y="1486895"/>
                </a:cubicBezTo>
                <a:cubicBezTo>
                  <a:pt x="1027230" y="1500221"/>
                  <a:pt x="993269" y="1511264"/>
                  <a:pt x="958320" y="1519962"/>
                </a:cubicBezTo>
                <a:cubicBezTo>
                  <a:pt x="898448" y="1534892"/>
                  <a:pt x="835831" y="1542788"/>
                  <a:pt x="771363" y="1542788"/>
                </a:cubicBezTo>
                <a:cubicBezTo>
                  <a:pt x="706895" y="1542788"/>
                  <a:pt x="644278" y="1534892"/>
                  <a:pt x="584406" y="1519962"/>
                </a:cubicBezTo>
                <a:cubicBezTo>
                  <a:pt x="549427" y="1511295"/>
                  <a:pt x="515497" y="1500221"/>
                  <a:pt x="482615" y="1486895"/>
                </a:cubicBezTo>
                <a:cubicBezTo>
                  <a:pt x="364506" y="1439208"/>
                  <a:pt x="260864" y="1363080"/>
                  <a:pt x="180294" y="1266995"/>
                </a:cubicBezTo>
                <a:cubicBezTo>
                  <a:pt x="157345" y="1239697"/>
                  <a:pt x="136277" y="1210794"/>
                  <a:pt x="117276" y="1180411"/>
                </a:cubicBezTo>
                <a:cubicBezTo>
                  <a:pt x="51852" y="1076059"/>
                  <a:pt x="10765" y="954927"/>
                  <a:pt x="1851" y="824881"/>
                </a:cubicBezTo>
                <a:cubicBezTo>
                  <a:pt x="617" y="807206"/>
                  <a:pt x="0" y="789377"/>
                  <a:pt x="0" y="771363"/>
                </a:cubicBezTo>
                <a:cubicBezTo>
                  <a:pt x="0" y="753349"/>
                  <a:pt x="586" y="735520"/>
                  <a:pt x="1851" y="717846"/>
                </a:cubicBezTo>
                <a:cubicBezTo>
                  <a:pt x="10765" y="587861"/>
                  <a:pt x="51852" y="466729"/>
                  <a:pt x="117276" y="362316"/>
                </a:cubicBezTo>
                <a:cubicBezTo>
                  <a:pt x="136308" y="331994"/>
                  <a:pt x="157345" y="303092"/>
                  <a:pt x="180294" y="275793"/>
                </a:cubicBezTo>
                <a:cubicBezTo>
                  <a:pt x="260864" y="179770"/>
                  <a:pt x="364444" y="103580"/>
                  <a:pt x="482615" y="55893"/>
                </a:cubicBezTo>
                <a:cubicBezTo>
                  <a:pt x="515497" y="42567"/>
                  <a:pt x="549458" y="31525"/>
                  <a:pt x="584406" y="22764"/>
                </a:cubicBezTo>
                <a:cubicBezTo>
                  <a:pt x="644278" y="7897"/>
                  <a:pt x="706895" y="0"/>
                  <a:pt x="771363" y="0"/>
                </a:cubicBezTo>
                <a:cubicBezTo>
                  <a:pt x="835831" y="0"/>
                  <a:pt x="898448" y="7897"/>
                  <a:pt x="958320" y="22764"/>
                </a:cubicBezTo>
                <a:cubicBezTo>
                  <a:pt x="993300" y="31494"/>
                  <a:pt x="1027230" y="42567"/>
                  <a:pt x="1060112" y="55893"/>
                </a:cubicBezTo>
                <a:cubicBezTo>
                  <a:pt x="1178252" y="103580"/>
                  <a:pt x="1281863" y="179770"/>
                  <a:pt x="1362432" y="275793"/>
                </a:cubicBezTo>
                <a:cubicBezTo>
                  <a:pt x="1385382" y="303092"/>
                  <a:pt x="1406449" y="331994"/>
                  <a:pt x="1425450" y="362316"/>
                </a:cubicBezTo>
                <a:cubicBezTo>
                  <a:pt x="1490875" y="466729"/>
                  <a:pt x="1531961" y="587861"/>
                  <a:pt x="1540876" y="717846"/>
                </a:cubicBezTo>
                <a:cubicBezTo>
                  <a:pt x="1542110" y="735520"/>
                  <a:pt x="1542726" y="753349"/>
                  <a:pt x="1542726" y="77136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66700" sx="102000" sy="102000" algn="ctr" rotWithShape="0">
              <a:srgbClr val="000000">
                <a:alpha val="1098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21B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44"/>
          <p:cNvCxnSpPr/>
          <p:nvPr/>
        </p:nvCxnSpPr>
        <p:spPr>
          <a:xfrm>
            <a:off x="0" y="4785360"/>
            <a:ext cx="29412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333" name="Google Shape;333;p44"/>
          <p:cNvPicPr preferRelativeResize="0"/>
          <p:nvPr/>
        </p:nvPicPr>
        <p:blipFill rotWithShape="1">
          <a:blip r:embed="rId5">
            <a:alphaModFix/>
          </a:blip>
          <a:srcRect t="15374" b="15374"/>
          <a:stretch/>
        </p:blipFill>
        <p:spPr>
          <a:xfrm>
            <a:off x="4239949" y="713106"/>
            <a:ext cx="256566" cy="177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48308" y="711398"/>
            <a:ext cx="321468" cy="18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4" descr="Berkas:Hypermart 2025.svg - Wikipedia bahasa Indonesia, ensiklopedia beba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33421" y="2454116"/>
            <a:ext cx="619478" cy="20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4" descr="Vision and Mission for Student Growth | SPH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84577" y="3928824"/>
            <a:ext cx="669830" cy="21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4" descr="Universitas Pelita Harapan - Wikipedia bahasa Indonesia, ensiklopedia bebas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3239" y="3895843"/>
            <a:ext cx="469107" cy="285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4" descr="Nobu Bank Cabang Kec Kota Timur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08169" y="4584415"/>
            <a:ext cx="702320" cy="293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4" descr="BajuBodo - Marketplace Sulawesi Selatan"/>
          <p:cNvPicPr preferRelativeResize="0"/>
          <p:nvPr/>
        </p:nvPicPr>
        <p:blipFill rotWithShape="1">
          <a:blip r:embed="rId11">
            <a:alphaModFix/>
          </a:blip>
          <a:srcRect b="10434"/>
          <a:stretch/>
        </p:blipFill>
        <p:spPr>
          <a:xfrm>
            <a:off x="7548563" y="3831748"/>
            <a:ext cx="381000" cy="33782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4"/>
          <p:cNvSpPr txBox="1"/>
          <p:nvPr/>
        </p:nvSpPr>
        <p:spPr>
          <a:xfrm>
            <a:off x="491231" y="4161038"/>
            <a:ext cx="616500" cy="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4"/>
          <p:cNvSpPr txBox="1"/>
          <p:nvPr/>
        </p:nvSpPr>
        <p:spPr>
          <a:xfrm>
            <a:off x="376856" y="4329574"/>
            <a:ext cx="225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249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Part of Lippo Indonesia.</a:t>
            </a:r>
            <a:br>
              <a:rPr lang="en" sz="1100" b="1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100" b="1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Built for Integrated Operations. </a:t>
            </a:r>
            <a:endParaRPr sz="1100" b="1" i="0" u="none" strike="noStrike" cap="non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42" name="Google Shape;342;p44" title="SFG7.png"/>
          <p:cNvPicPr preferRelativeResize="0"/>
          <p:nvPr/>
        </p:nvPicPr>
        <p:blipFill rotWithShape="1">
          <a:blip r:embed="rId12">
            <a:alphaModFix/>
          </a:blip>
          <a:srcRect l="50" r="50"/>
          <a:stretch/>
        </p:blipFill>
        <p:spPr>
          <a:xfrm>
            <a:off x="4930746" y="751310"/>
            <a:ext cx="227348" cy="151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4" title="WhatsApp Image 2026-08-13 at 15.15.33.jpeg"/>
          <p:cNvPicPr preferRelativeResize="0"/>
          <p:nvPr/>
        </p:nvPicPr>
        <p:blipFill rotWithShape="1">
          <a:blip r:embed="rId13">
            <a:alphaModFix amt="61000"/>
          </a:blip>
          <a:srcRect t="30240" b="30240"/>
          <a:stretch/>
        </p:blipFill>
        <p:spPr>
          <a:xfrm>
            <a:off x="7870997" y="2394400"/>
            <a:ext cx="783656" cy="30970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4"/>
          <p:cNvSpPr txBox="1"/>
          <p:nvPr/>
        </p:nvSpPr>
        <p:spPr>
          <a:xfrm>
            <a:off x="7894080" y="2031544"/>
            <a:ext cx="988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34"/>
              </a:buClr>
              <a:buSzPts val="800"/>
              <a:buFont typeface="Arial"/>
              <a:buNone/>
            </a:pPr>
            <a: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Clinical nutrition </a:t>
            </a:r>
            <a:b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7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and hospital food operations</a:t>
            </a:r>
            <a:endParaRPr sz="1000" i="0" u="none" strike="noStrike" cap="non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45" name="Google Shape;345;p44" descr="PT. Super Ekonomi Retailindo Profile &amp; Lowongan Kerja Terbaru 2026"/>
          <p:cNvPicPr preferRelativeResize="0"/>
          <p:nvPr/>
        </p:nvPicPr>
        <p:blipFill rotWithShape="1">
          <a:blip r:embed="rId14">
            <a:alphaModFix amt="46000"/>
          </a:blip>
          <a:srcRect/>
          <a:stretch/>
        </p:blipFill>
        <p:spPr>
          <a:xfrm>
            <a:off x="3229701" y="2749543"/>
            <a:ext cx="474333" cy="167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4"/>
          <p:cNvPicPr preferRelativeResize="0"/>
          <p:nvPr/>
        </p:nvPicPr>
        <p:blipFill rotWithShape="1">
          <a:blip r:embed="rId15">
            <a:alphaModFix amt="46000"/>
          </a:blip>
          <a:srcRect/>
          <a:stretch/>
        </p:blipFill>
        <p:spPr>
          <a:xfrm>
            <a:off x="3807620" y="2699445"/>
            <a:ext cx="321468" cy="24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4" descr="Toko Online Primo Cilandak Town Square | Shopee Indonesia"/>
          <p:cNvPicPr preferRelativeResize="0"/>
          <p:nvPr/>
        </p:nvPicPr>
        <p:blipFill rotWithShape="1">
          <a:blip r:embed="rId16">
            <a:alphaModFix amt="46000"/>
          </a:blip>
          <a:srcRect/>
          <a:stretch/>
        </p:blipFill>
        <p:spPr>
          <a:xfrm>
            <a:off x="3235226" y="2432447"/>
            <a:ext cx="230400" cy="2304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348" name="Google Shape;348;p44"/>
          <p:cNvCxnSpPr/>
          <p:nvPr/>
        </p:nvCxnSpPr>
        <p:spPr>
          <a:xfrm>
            <a:off x="0" y="4199573"/>
            <a:ext cx="29412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349" name="Google Shape;349;p44"/>
          <p:cNvGrpSpPr/>
          <p:nvPr/>
        </p:nvGrpSpPr>
        <p:grpSpPr>
          <a:xfrm>
            <a:off x="5679188" y="2370135"/>
            <a:ext cx="728699" cy="297571"/>
            <a:chOff x="670620" y="5956300"/>
            <a:chExt cx="1021016" cy="416941"/>
          </a:xfrm>
        </p:grpSpPr>
        <p:grpSp>
          <p:nvGrpSpPr>
            <p:cNvPr id="350" name="Google Shape;350;p44"/>
            <p:cNvGrpSpPr/>
            <p:nvPr/>
          </p:nvGrpSpPr>
          <p:grpSpPr>
            <a:xfrm>
              <a:off x="670620" y="5956300"/>
              <a:ext cx="1021016" cy="416941"/>
              <a:chOff x="670620" y="5956300"/>
              <a:chExt cx="1021016" cy="416941"/>
            </a:xfrm>
          </p:grpSpPr>
          <p:sp>
            <p:nvSpPr>
              <p:cNvPr id="351" name="Google Shape;351;p44"/>
              <p:cNvSpPr/>
              <p:nvPr/>
            </p:nvSpPr>
            <p:spPr>
              <a:xfrm>
                <a:off x="670620" y="5957411"/>
                <a:ext cx="315150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315150" h="414718" extrusionOk="0">
                    <a:moveTo>
                      <a:pt x="170466" y="414607"/>
                    </a:moveTo>
                    <a:cubicBezTo>
                      <a:pt x="139573" y="414607"/>
                      <a:pt x="109680" y="409273"/>
                      <a:pt x="81566" y="398828"/>
                    </a:cubicBezTo>
                    <a:cubicBezTo>
                      <a:pt x="53340" y="388382"/>
                      <a:pt x="26892" y="372047"/>
                      <a:pt x="2889" y="350377"/>
                    </a:cubicBezTo>
                    <a:lnTo>
                      <a:pt x="0" y="347821"/>
                    </a:lnTo>
                    <a:lnTo>
                      <a:pt x="46895" y="292037"/>
                    </a:lnTo>
                    <a:lnTo>
                      <a:pt x="50006" y="294704"/>
                    </a:lnTo>
                    <a:cubicBezTo>
                      <a:pt x="68786" y="310928"/>
                      <a:pt x="88122" y="323596"/>
                      <a:pt x="107236" y="332264"/>
                    </a:cubicBezTo>
                    <a:cubicBezTo>
                      <a:pt x="126238" y="340820"/>
                      <a:pt x="148019" y="345154"/>
                      <a:pt x="172244" y="345154"/>
                    </a:cubicBezTo>
                    <a:cubicBezTo>
                      <a:pt x="192691" y="345154"/>
                      <a:pt x="209137" y="340820"/>
                      <a:pt x="221028" y="332375"/>
                    </a:cubicBezTo>
                    <a:cubicBezTo>
                      <a:pt x="232696" y="324041"/>
                      <a:pt x="238252" y="313261"/>
                      <a:pt x="238252" y="299482"/>
                    </a:cubicBezTo>
                    <a:lnTo>
                      <a:pt x="238252" y="298371"/>
                    </a:lnTo>
                    <a:cubicBezTo>
                      <a:pt x="238252" y="291814"/>
                      <a:pt x="237141" y="286036"/>
                      <a:pt x="234918" y="281035"/>
                    </a:cubicBezTo>
                    <a:cubicBezTo>
                      <a:pt x="232807" y="276257"/>
                      <a:pt x="228584" y="271590"/>
                      <a:pt x="222583" y="267033"/>
                    </a:cubicBezTo>
                    <a:cubicBezTo>
                      <a:pt x="216360" y="262366"/>
                      <a:pt x="207582" y="258032"/>
                      <a:pt x="196469" y="254032"/>
                    </a:cubicBezTo>
                    <a:cubicBezTo>
                      <a:pt x="185134" y="249920"/>
                      <a:pt x="170244" y="245809"/>
                      <a:pt x="151908" y="241697"/>
                    </a:cubicBezTo>
                    <a:cubicBezTo>
                      <a:pt x="130683" y="236807"/>
                      <a:pt x="111570" y="231140"/>
                      <a:pt x="95012" y="224917"/>
                    </a:cubicBezTo>
                    <a:cubicBezTo>
                      <a:pt x="78343" y="218583"/>
                      <a:pt x="64008" y="210804"/>
                      <a:pt x="52562" y="201692"/>
                    </a:cubicBezTo>
                    <a:cubicBezTo>
                      <a:pt x="41005" y="192469"/>
                      <a:pt x="32004" y="181023"/>
                      <a:pt x="25892" y="167799"/>
                    </a:cubicBezTo>
                    <a:cubicBezTo>
                      <a:pt x="19780" y="154575"/>
                      <a:pt x="16780" y="138351"/>
                      <a:pt x="16780" y="119793"/>
                    </a:cubicBezTo>
                    <a:lnTo>
                      <a:pt x="16780" y="118682"/>
                    </a:lnTo>
                    <a:cubicBezTo>
                      <a:pt x="16780" y="101235"/>
                      <a:pt x="20336" y="84900"/>
                      <a:pt x="27226" y="70342"/>
                    </a:cubicBezTo>
                    <a:cubicBezTo>
                      <a:pt x="34115" y="55785"/>
                      <a:pt x="43894" y="43117"/>
                      <a:pt x="56007" y="32893"/>
                    </a:cubicBezTo>
                    <a:cubicBezTo>
                      <a:pt x="68120" y="22670"/>
                      <a:pt x="82788" y="14557"/>
                      <a:pt x="99790" y="8779"/>
                    </a:cubicBezTo>
                    <a:cubicBezTo>
                      <a:pt x="116570" y="2889"/>
                      <a:pt x="135239" y="0"/>
                      <a:pt x="155242" y="0"/>
                    </a:cubicBezTo>
                    <a:cubicBezTo>
                      <a:pt x="184579" y="0"/>
                      <a:pt x="211360" y="4334"/>
                      <a:pt x="234807" y="13002"/>
                    </a:cubicBezTo>
                    <a:cubicBezTo>
                      <a:pt x="258255" y="21558"/>
                      <a:pt x="280591" y="34227"/>
                      <a:pt x="301149" y="50562"/>
                    </a:cubicBezTo>
                    <a:lnTo>
                      <a:pt x="304149" y="52896"/>
                    </a:lnTo>
                    <a:lnTo>
                      <a:pt x="262366" y="111792"/>
                    </a:lnTo>
                    <a:lnTo>
                      <a:pt x="259032" y="109458"/>
                    </a:lnTo>
                    <a:cubicBezTo>
                      <a:pt x="241364" y="96568"/>
                      <a:pt x="223584" y="86566"/>
                      <a:pt x="206248" y="79788"/>
                    </a:cubicBezTo>
                    <a:cubicBezTo>
                      <a:pt x="189135" y="73009"/>
                      <a:pt x="171577" y="69675"/>
                      <a:pt x="154019" y="69675"/>
                    </a:cubicBezTo>
                    <a:cubicBezTo>
                      <a:pt x="134684" y="69675"/>
                      <a:pt x="119571" y="73898"/>
                      <a:pt x="109125" y="82344"/>
                    </a:cubicBezTo>
                    <a:cubicBezTo>
                      <a:pt x="98679" y="90678"/>
                      <a:pt x="93678" y="100568"/>
                      <a:pt x="93678" y="112570"/>
                    </a:cubicBezTo>
                    <a:lnTo>
                      <a:pt x="93678" y="113681"/>
                    </a:lnTo>
                    <a:cubicBezTo>
                      <a:pt x="93678" y="120571"/>
                      <a:pt x="94901" y="126794"/>
                      <a:pt x="97346" y="132128"/>
                    </a:cubicBezTo>
                    <a:cubicBezTo>
                      <a:pt x="99679" y="137239"/>
                      <a:pt x="104013" y="142018"/>
                      <a:pt x="110347" y="146241"/>
                    </a:cubicBezTo>
                    <a:cubicBezTo>
                      <a:pt x="117015" y="150686"/>
                      <a:pt x="126349" y="155019"/>
                      <a:pt x="138240" y="159020"/>
                    </a:cubicBezTo>
                    <a:cubicBezTo>
                      <a:pt x="150241" y="163132"/>
                      <a:pt x="165910" y="167465"/>
                      <a:pt x="184579" y="171910"/>
                    </a:cubicBezTo>
                    <a:cubicBezTo>
                      <a:pt x="205470" y="177244"/>
                      <a:pt x="224139" y="183134"/>
                      <a:pt x="240363" y="189579"/>
                    </a:cubicBezTo>
                    <a:cubicBezTo>
                      <a:pt x="256810" y="196136"/>
                      <a:pt x="270589" y="204248"/>
                      <a:pt x="281480" y="213693"/>
                    </a:cubicBezTo>
                    <a:cubicBezTo>
                      <a:pt x="292481" y="223250"/>
                      <a:pt x="300927" y="234585"/>
                      <a:pt x="306594" y="247253"/>
                    </a:cubicBezTo>
                    <a:cubicBezTo>
                      <a:pt x="312261" y="259921"/>
                      <a:pt x="315151" y="274812"/>
                      <a:pt x="315151" y="291481"/>
                    </a:cubicBezTo>
                    <a:lnTo>
                      <a:pt x="315151" y="292592"/>
                    </a:lnTo>
                    <a:cubicBezTo>
                      <a:pt x="315151" y="311483"/>
                      <a:pt x="311483" y="328819"/>
                      <a:pt x="304371" y="344043"/>
                    </a:cubicBezTo>
                    <a:cubicBezTo>
                      <a:pt x="297259" y="359156"/>
                      <a:pt x="287147" y="372158"/>
                      <a:pt x="274479" y="382715"/>
                    </a:cubicBezTo>
                    <a:cubicBezTo>
                      <a:pt x="261811" y="393160"/>
                      <a:pt x="246364" y="401161"/>
                      <a:pt x="228695" y="406606"/>
                    </a:cubicBezTo>
                    <a:cubicBezTo>
                      <a:pt x="211138" y="411940"/>
                      <a:pt x="191580" y="414718"/>
                      <a:pt x="170577" y="4147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44"/>
              <p:cNvSpPr/>
              <p:nvPr/>
            </p:nvSpPr>
            <p:spPr>
              <a:xfrm>
                <a:off x="1010106" y="5963078"/>
                <a:ext cx="301704" cy="403383"/>
              </a:xfrm>
              <a:custGeom>
                <a:avLst/>
                <a:gdLst/>
                <a:ahLst/>
                <a:cxnLst/>
                <a:rect l="l" t="t" r="r" b="b"/>
                <a:pathLst>
                  <a:path w="301704" h="403383" extrusionOk="0">
                    <a:moveTo>
                      <a:pt x="0" y="403384"/>
                    </a:moveTo>
                    <a:lnTo>
                      <a:pt x="0" y="0"/>
                    </a:lnTo>
                    <a:lnTo>
                      <a:pt x="301704" y="0"/>
                    </a:lnTo>
                    <a:lnTo>
                      <a:pt x="301704" y="70676"/>
                    </a:lnTo>
                    <a:lnTo>
                      <a:pt x="76899" y="70676"/>
                    </a:lnTo>
                    <a:lnTo>
                      <a:pt x="76899" y="171688"/>
                    </a:lnTo>
                    <a:lnTo>
                      <a:pt x="276257" y="171688"/>
                    </a:lnTo>
                    <a:lnTo>
                      <a:pt x="276257" y="242364"/>
                    </a:lnTo>
                    <a:lnTo>
                      <a:pt x="76899" y="242364"/>
                    </a:lnTo>
                    <a:lnTo>
                      <a:pt x="76899" y="403384"/>
                    </a:lnTo>
                    <a:lnTo>
                      <a:pt x="0" y="4033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44"/>
              <p:cNvSpPr/>
              <p:nvPr/>
            </p:nvSpPr>
            <p:spPr>
              <a:xfrm>
                <a:off x="1313367" y="5956300"/>
                <a:ext cx="378269" cy="416941"/>
              </a:xfrm>
              <a:custGeom>
                <a:avLst/>
                <a:gdLst/>
                <a:ahLst/>
                <a:cxnLst/>
                <a:rect l="l" t="t" r="r" b="b"/>
                <a:pathLst>
                  <a:path w="378269" h="416941" extrusionOk="0">
                    <a:moveTo>
                      <a:pt x="209026" y="416941"/>
                    </a:moveTo>
                    <a:cubicBezTo>
                      <a:pt x="177800" y="416941"/>
                      <a:pt x="148907" y="411607"/>
                      <a:pt x="123349" y="401161"/>
                    </a:cubicBezTo>
                    <a:cubicBezTo>
                      <a:pt x="97679" y="390604"/>
                      <a:pt x="75565" y="375936"/>
                      <a:pt x="57341" y="357378"/>
                    </a:cubicBezTo>
                    <a:cubicBezTo>
                      <a:pt x="39116" y="338820"/>
                      <a:pt x="24892" y="316706"/>
                      <a:pt x="15002" y="291703"/>
                    </a:cubicBezTo>
                    <a:cubicBezTo>
                      <a:pt x="5112" y="266700"/>
                      <a:pt x="0" y="239141"/>
                      <a:pt x="0" y="209693"/>
                    </a:cubicBezTo>
                    <a:lnTo>
                      <a:pt x="0" y="208582"/>
                    </a:lnTo>
                    <a:cubicBezTo>
                      <a:pt x="0" y="180689"/>
                      <a:pt x="5223" y="153797"/>
                      <a:pt x="15446" y="128572"/>
                    </a:cubicBezTo>
                    <a:cubicBezTo>
                      <a:pt x="25670" y="103346"/>
                      <a:pt x="40116" y="81010"/>
                      <a:pt x="58674" y="62008"/>
                    </a:cubicBezTo>
                    <a:cubicBezTo>
                      <a:pt x="77121" y="43117"/>
                      <a:pt x="99346" y="27892"/>
                      <a:pt x="124793" y="16780"/>
                    </a:cubicBezTo>
                    <a:cubicBezTo>
                      <a:pt x="150241" y="5667"/>
                      <a:pt x="178467" y="0"/>
                      <a:pt x="208582" y="0"/>
                    </a:cubicBezTo>
                    <a:cubicBezTo>
                      <a:pt x="226028" y="0"/>
                      <a:pt x="242141" y="1222"/>
                      <a:pt x="256476" y="3667"/>
                    </a:cubicBezTo>
                    <a:cubicBezTo>
                      <a:pt x="270812" y="6223"/>
                      <a:pt x="284258" y="9779"/>
                      <a:pt x="296481" y="14335"/>
                    </a:cubicBezTo>
                    <a:cubicBezTo>
                      <a:pt x="308705" y="18891"/>
                      <a:pt x="320373" y="24670"/>
                      <a:pt x="331375" y="31337"/>
                    </a:cubicBezTo>
                    <a:cubicBezTo>
                      <a:pt x="342265" y="38005"/>
                      <a:pt x="352933" y="45784"/>
                      <a:pt x="363268" y="54562"/>
                    </a:cubicBezTo>
                    <a:lnTo>
                      <a:pt x="366268" y="57118"/>
                    </a:lnTo>
                    <a:lnTo>
                      <a:pt x="317040" y="115792"/>
                    </a:lnTo>
                    <a:lnTo>
                      <a:pt x="313928" y="113125"/>
                    </a:lnTo>
                    <a:cubicBezTo>
                      <a:pt x="306483" y="106791"/>
                      <a:pt x="298815" y="101013"/>
                      <a:pt x="291148" y="95901"/>
                    </a:cubicBezTo>
                    <a:cubicBezTo>
                      <a:pt x="283480" y="90789"/>
                      <a:pt x="275368" y="86455"/>
                      <a:pt x="267033" y="83010"/>
                    </a:cubicBezTo>
                    <a:cubicBezTo>
                      <a:pt x="258699" y="79566"/>
                      <a:pt x="249364" y="76787"/>
                      <a:pt x="239252" y="74787"/>
                    </a:cubicBezTo>
                    <a:cubicBezTo>
                      <a:pt x="229140" y="72787"/>
                      <a:pt x="217916" y="71787"/>
                      <a:pt x="205915" y="71787"/>
                    </a:cubicBezTo>
                    <a:cubicBezTo>
                      <a:pt x="188579" y="71787"/>
                      <a:pt x="172133" y="75454"/>
                      <a:pt x="157131" y="82677"/>
                    </a:cubicBezTo>
                    <a:cubicBezTo>
                      <a:pt x="142018" y="90011"/>
                      <a:pt x="128794" y="99901"/>
                      <a:pt x="117681" y="112014"/>
                    </a:cubicBezTo>
                    <a:cubicBezTo>
                      <a:pt x="106569" y="124238"/>
                      <a:pt x="97679" y="138795"/>
                      <a:pt x="91345" y="155242"/>
                    </a:cubicBezTo>
                    <a:cubicBezTo>
                      <a:pt x="85011" y="171688"/>
                      <a:pt x="81788" y="189246"/>
                      <a:pt x="81788" y="207582"/>
                    </a:cubicBezTo>
                    <a:lnTo>
                      <a:pt x="81788" y="208693"/>
                    </a:lnTo>
                    <a:cubicBezTo>
                      <a:pt x="81788" y="228473"/>
                      <a:pt x="84900" y="247142"/>
                      <a:pt x="91123" y="263922"/>
                    </a:cubicBezTo>
                    <a:cubicBezTo>
                      <a:pt x="97345" y="280702"/>
                      <a:pt x="106236" y="295259"/>
                      <a:pt x="117570" y="307261"/>
                    </a:cubicBezTo>
                    <a:cubicBezTo>
                      <a:pt x="129016" y="319262"/>
                      <a:pt x="142796" y="328819"/>
                      <a:pt x="158575" y="335820"/>
                    </a:cubicBezTo>
                    <a:cubicBezTo>
                      <a:pt x="174355" y="342710"/>
                      <a:pt x="192246" y="346266"/>
                      <a:pt x="211915" y="346266"/>
                    </a:cubicBezTo>
                    <a:cubicBezTo>
                      <a:pt x="230140" y="346266"/>
                      <a:pt x="247475" y="343599"/>
                      <a:pt x="263255" y="338265"/>
                    </a:cubicBezTo>
                    <a:cubicBezTo>
                      <a:pt x="278368" y="333153"/>
                      <a:pt x="291814" y="326374"/>
                      <a:pt x="303038" y="318151"/>
                    </a:cubicBezTo>
                    <a:lnTo>
                      <a:pt x="303038" y="249809"/>
                    </a:lnTo>
                    <a:lnTo>
                      <a:pt x="201914" y="249809"/>
                    </a:lnTo>
                    <a:lnTo>
                      <a:pt x="201914" y="181356"/>
                    </a:lnTo>
                    <a:lnTo>
                      <a:pt x="378269" y="181356"/>
                    </a:lnTo>
                    <a:lnTo>
                      <a:pt x="378269" y="353266"/>
                    </a:lnTo>
                    <a:lnTo>
                      <a:pt x="376825" y="354489"/>
                    </a:lnTo>
                    <a:cubicBezTo>
                      <a:pt x="366935" y="362934"/>
                      <a:pt x="355822" y="370935"/>
                      <a:pt x="343932" y="378492"/>
                    </a:cubicBezTo>
                    <a:cubicBezTo>
                      <a:pt x="331930" y="386048"/>
                      <a:pt x="318818" y="392827"/>
                      <a:pt x="304927" y="398605"/>
                    </a:cubicBezTo>
                    <a:cubicBezTo>
                      <a:pt x="290925" y="404384"/>
                      <a:pt x="275812" y="408829"/>
                      <a:pt x="259810" y="412052"/>
                    </a:cubicBezTo>
                    <a:cubicBezTo>
                      <a:pt x="243808" y="415274"/>
                      <a:pt x="226806" y="416941"/>
                      <a:pt x="209360" y="41694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4" name="Google Shape;354;p44"/>
            <p:cNvSpPr/>
            <p:nvPr/>
          </p:nvSpPr>
          <p:spPr>
            <a:xfrm>
              <a:off x="1443938" y="6136989"/>
              <a:ext cx="247364" cy="69564"/>
            </a:xfrm>
            <a:custGeom>
              <a:avLst/>
              <a:gdLst/>
              <a:ahLst/>
              <a:cxnLst/>
              <a:rect l="l" t="t" r="r" b="b"/>
              <a:pathLst>
                <a:path w="247364" h="69564" extrusionOk="0">
                  <a:moveTo>
                    <a:pt x="68342" y="0"/>
                  </a:moveTo>
                  <a:lnTo>
                    <a:pt x="247364" y="0"/>
                  </a:lnTo>
                  <a:lnTo>
                    <a:pt x="171021" y="69564"/>
                  </a:lnTo>
                  <a:lnTo>
                    <a:pt x="0" y="69564"/>
                  </a:lnTo>
                  <a:lnTo>
                    <a:pt x="68342" y="0"/>
                  </a:lnTo>
                  <a:close/>
                </a:path>
              </a:pathLst>
            </a:custGeom>
            <a:solidFill>
              <a:srgbClr val="5B942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/>
          <p:nvPr/>
        </p:nvSpPr>
        <p:spPr>
          <a:xfrm>
            <a:off x="0" y="0"/>
            <a:ext cx="5486400" cy="63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5"/>
          <p:cNvSpPr/>
          <p:nvPr/>
        </p:nvSpPr>
        <p:spPr>
          <a:xfrm>
            <a:off x="5486400" y="0"/>
            <a:ext cx="3657600" cy="63600"/>
          </a:xfrm>
          <a:prstGeom prst="rect">
            <a:avLst/>
          </a:prstGeom>
          <a:solidFill>
            <a:srgbClr val="5A9E28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5"/>
          <p:cNvSpPr/>
          <p:nvPr/>
        </p:nvSpPr>
        <p:spPr>
          <a:xfrm>
            <a:off x="4876800" y="1422400"/>
            <a:ext cx="12600" cy="29973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5130800" y="3124200"/>
            <a:ext cx="584100" cy="2796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45"/>
          <p:cNvPicPr preferRelativeResize="0"/>
          <p:nvPr/>
        </p:nvPicPr>
        <p:blipFill rotWithShape="1">
          <a:blip r:embed="rId3">
            <a:alphaModFix/>
          </a:blip>
          <a:srcRect l="20553" t="27384"/>
          <a:stretch/>
        </p:blipFill>
        <p:spPr>
          <a:xfrm>
            <a:off x="317500" y="1498600"/>
            <a:ext cx="4330702" cy="220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5"/>
          <p:cNvSpPr/>
          <p:nvPr/>
        </p:nvSpPr>
        <p:spPr>
          <a:xfrm>
            <a:off x="457200" y="538843"/>
            <a:ext cx="101700" cy="1017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5"/>
          <p:cNvSpPr txBox="1"/>
          <p:nvPr/>
        </p:nvSpPr>
        <p:spPr>
          <a:xfrm>
            <a:off x="635000" y="546100"/>
            <a:ext cx="3810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D719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SFG IN INDONESIA</a:t>
            </a:r>
            <a:endParaRPr sz="1100"/>
          </a:p>
        </p:txBody>
      </p:sp>
      <p:sp>
        <p:nvSpPr>
          <p:cNvPr id="366" name="Google Shape;366;p45"/>
          <p:cNvSpPr txBox="1"/>
          <p:nvPr/>
        </p:nvSpPr>
        <p:spPr>
          <a:xfrm>
            <a:off x="457200" y="7620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i="0" u="none" strike="noStrike" cap="none">
                <a:solidFill>
                  <a:srgbClr val="D719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Serving Clients </a:t>
            </a:r>
            <a:r>
              <a:rPr lang="en" sz="2600" b="1" i="0" u="none" strike="noStrike" cap="none">
                <a:solidFill>
                  <a:srgbClr val="5A9E2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Across Indonesia</a:t>
            </a:r>
            <a:endParaRPr sz="1100"/>
          </a:p>
        </p:txBody>
      </p:sp>
      <p:sp>
        <p:nvSpPr>
          <p:cNvPr id="367" name="Google Shape;367;p45"/>
          <p:cNvSpPr txBox="1"/>
          <p:nvPr/>
        </p:nvSpPr>
        <p:spPr>
          <a:xfrm>
            <a:off x="457200" y="3810000"/>
            <a:ext cx="13209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rgbClr val="D719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18+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6E6E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Cities</a:t>
            </a:r>
            <a:endParaRPr sz="1100"/>
          </a:p>
        </p:txBody>
      </p:sp>
      <p:sp>
        <p:nvSpPr>
          <p:cNvPr id="368" name="Google Shape;368;p45"/>
          <p:cNvSpPr txBox="1"/>
          <p:nvPr/>
        </p:nvSpPr>
        <p:spPr>
          <a:xfrm>
            <a:off x="1854200" y="3810000"/>
            <a:ext cx="13209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rgbClr val="D719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10+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6E6E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Years Experienced</a:t>
            </a:r>
            <a:endParaRPr sz="1100"/>
          </a:p>
        </p:txBody>
      </p:sp>
      <p:sp>
        <p:nvSpPr>
          <p:cNvPr id="369" name="Google Shape;369;p45"/>
          <p:cNvSpPr txBox="1"/>
          <p:nvPr/>
        </p:nvSpPr>
        <p:spPr>
          <a:xfrm>
            <a:off x="3251200" y="3810000"/>
            <a:ext cx="13209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rgbClr val="D719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1.000+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6E6E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Employees</a:t>
            </a:r>
            <a:endParaRPr sz="1100"/>
          </a:p>
        </p:txBody>
      </p:sp>
      <p:sp>
        <p:nvSpPr>
          <p:cNvPr id="370" name="Google Shape;370;p45"/>
          <p:cNvSpPr txBox="1"/>
          <p:nvPr/>
        </p:nvSpPr>
        <p:spPr>
          <a:xfrm>
            <a:off x="5130800" y="1678214"/>
            <a:ext cx="370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Trusted by Leading Organizations</a:t>
            </a:r>
            <a:endParaRPr sz="1100"/>
          </a:p>
        </p:txBody>
      </p:sp>
      <p:sp>
        <p:nvSpPr>
          <p:cNvPr id="371" name="Google Shape;371;p45"/>
          <p:cNvSpPr txBox="1"/>
          <p:nvPr/>
        </p:nvSpPr>
        <p:spPr>
          <a:xfrm>
            <a:off x="8077200" y="4749800"/>
            <a:ext cx="609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pic>
        <p:nvPicPr>
          <p:cNvPr id="372" name="Google Shape;372;p45" title="ChatGPT Image Sep 2, 2026, 03_43_2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000" y="2126100"/>
            <a:ext cx="3471501" cy="1735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/>
          <p:nvPr/>
        </p:nvSpPr>
        <p:spPr>
          <a:xfrm>
            <a:off x="488025" y="3668238"/>
            <a:ext cx="8433900" cy="1131300"/>
          </a:xfrm>
          <a:prstGeom prst="rect">
            <a:avLst/>
          </a:prstGeom>
          <a:solidFill>
            <a:srgbClr val="D9EAD3">
              <a:alpha val="53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3" name="Google Shape;383;p47"/>
          <p:cNvSpPr/>
          <p:nvPr/>
        </p:nvSpPr>
        <p:spPr>
          <a:xfrm>
            <a:off x="488025" y="2475688"/>
            <a:ext cx="8433900" cy="1131300"/>
          </a:xfrm>
          <a:prstGeom prst="rect">
            <a:avLst/>
          </a:prstGeom>
          <a:solidFill>
            <a:srgbClr val="D9EAD3">
              <a:alpha val="53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4" name="Google Shape;384;p47"/>
          <p:cNvSpPr/>
          <p:nvPr/>
        </p:nvSpPr>
        <p:spPr>
          <a:xfrm>
            <a:off x="488025" y="1282500"/>
            <a:ext cx="8433900" cy="1131300"/>
          </a:xfrm>
          <a:prstGeom prst="rect">
            <a:avLst/>
          </a:prstGeom>
          <a:solidFill>
            <a:srgbClr val="D9EAD3">
              <a:alpha val="53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85" name="Google Shape;385;p47" title="cleaning service.png"/>
          <p:cNvPicPr preferRelativeResize="0"/>
          <p:nvPr/>
        </p:nvPicPr>
        <p:blipFill rotWithShape="1">
          <a:blip r:embed="rId3">
            <a:alphaModFix/>
          </a:blip>
          <a:srcRect l="4035" t="8139" r="28602" b="8130"/>
          <a:stretch/>
        </p:blipFill>
        <p:spPr>
          <a:xfrm>
            <a:off x="410097" y="1327785"/>
            <a:ext cx="1616987" cy="1041559"/>
          </a:xfrm>
          <a:prstGeom prst="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86" name="Google Shape;386;p47"/>
          <p:cNvPicPr preferRelativeResize="0"/>
          <p:nvPr/>
        </p:nvPicPr>
        <p:blipFill rotWithShape="1">
          <a:blip r:embed="rId4">
            <a:alphaModFix/>
          </a:blip>
          <a:srcRect l="14281" t="21193" r="14281" b="9841"/>
          <a:stretch/>
        </p:blipFill>
        <p:spPr>
          <a:xfrm>
            <a:off x="410097" y="2520553"/>
            <a:ext cx="1616968" cy="1041559"/>
          </a:xfrm>
          <a:prstGeom prst="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87" name="Google Shape;387;p47" title="teknisi.png"/>
          <p:cNvPicPr preferRelativeResize="0"/>
          <p:nvPr/>
        </p:nvPicPr>
        <p:blipFill rotWithShape="1">
          <a:blip r:embed="rId5">
            <a:alphaModFix/>
          </a:blip>
          <a:srcRect t="15721" r="48544" b="24528"/>
          <a:stretch/>
        </p:blipFill>
        <p:spPr>
          <a:xfrm>
            <a:off x="410097" y="3713321"/>
            <a:ext cx="1616937" cy="1041559"/>
          </a:xfrm>
          <a:prstGeom prst="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88" name="Google Shape;388;p47"/>
          <p:cNvCxnSpPr/>
          <p:nvPr/>
        </p:nvCxnSpPr>
        <p:spPr>
          <a:xfrm rot="10800000">
            <a:off x="410096" y="1327747"/>
            <a:ext cx="0" cy="38148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89" name="Google Shape;389;p47"/>
          <p:cNvCxnSpPr/>
          <p:nvPr/>
        </p:nvCxnSpPr>
        <p:spPr>
          <a:xfrm rot="10800000">
            <a:off x="0" y="1584900"/>
            <a:ext cx="0" cy="35586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0" name="Google Shape;390;p47"/>
          <p:cNvSpPr txBox="1"/>
          <p:nvPr/>
        </p:nvSpPr>
        <p:spPr>
          <a:xfrm>
            <a:off x="388665" y="371018"/>
            <a:ext cx="50901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Three Integrated Services.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One Trusted Partner.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1" name="Google Shape;391;p47"/>
          <p:cNvSpPr txBox="1"/>
          <p:nvPr/>
        </p:nvSpPr>
        <p:spPr>
          <a:xfrm>
            <a:off x="2165550" y="2856375"/>
            <a:ext cx="9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000" tIns="0" rIns="135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9424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Food </a:t>
            </a:r>
            <a:br>
              <a:rPr lang="en" sz="1200" b="1" i="0" u="none" strike="noStrike" cap="none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" sz="1200" b="1" i="0" u="none" strike="noStrike" cap="none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Services</a:t>
            </a:r>
            <a:endParaRPr sz="1100" b="1">
              <a:solidFill>
                <a:schemeClr val="accent1"/>
              </a:solidFill>
            </a:endParaRPr>
          </a:p>
        </p:txBody>
      </p:sp>
      <p:sp>
        <p:nvSpPr>
          <p:cNvPr id="392" name="Google Shape;392;p47"/>
          <p:cNvSpPr txBox="1"/>
          <p:nvPr/>
        </p:nvSpPr>
        <p:spPr>
          <a:xfrm>
            <a:off x="3386721" y="2810165"/>
            <a:ext cx="112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000" tIns="0" rIns="135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Technical design </a:t>
            </a:r>
            <a:b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&amp; consultancy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3" name="Google Shape;393;p47"/>
          <p:cNvSpPr txBox="1"/>
          <p:nvPr/>
        </p:nvSpPr>
        <p:spPr>
          <a:xfrm>
            <a:off x="4822379" y="2887115"/>
            <a:ext cx="112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000" tIns="0" rIns="135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High-volume canteen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4" name="Google Shape;394;p47"/>
          <p:cNvSpPr txBox="1"/>
          <p:nvPr/>
        </p:nvSpPr>
        <p:spPr>
          <a:xfrm>
            <a:off x="6239162" y="2887115"/>
            <a:ext cx="112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000" tIns="0" rIns="135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High-end </a:t>
            </a:r>
            <a:b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catering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5" name="Google Shape;395;p47"/>
          <p:cNvSpPr txBox="1"/>
          <p:nvPr/>
        </p:nvSpPr>
        <p:spPr>
          <a:xfrm>
            <a:off x="7633401" y="2887115"/>
            <a:ext cx="1233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000" tIns="0" rIns="135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Modular café design &amp; operation</a:t>
            </a:r>
            <a:endParaRPr sz="1600" i="0" u="none" strike="noStrike" cap="none">
              <a:solidFill>
                <a:schemeClr val="accent3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96" name="Google Shape;396;p47"/>
          <p:cNvSpPr txBox="1"/>
          <p:nvPr/>
        </p:nvSpPr>
        <p:spPr>
          <a:xfrm>
            <a:off x="2077454" y="1663898"/>
            <a:ext cx="125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9424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Soft </a:t>
            </a:r>
            <a:br>
              <a:rPr lang="en" sz="1200" b="1" i="0" u="none" strike="noStrike" cap="none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" sz="1200" b="1" i="0" u="none" strike="noStrike" cap="none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Services</a:t>
            </a:r>
            <a:endParaRPr sz="1100" b="1">
              <a:solidFill>
                <a:schemeClr val="accent1"/>
              </a:solidFill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3382871" y="1692915"/>
            <a:ext cx="112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Cleaning</a:t>
            </a:r>
            <a:b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&amp; hygiene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8" name="Google Shape;398;p47"/>
          <p:cNvSpPr txBox="1"/>
          <p:nvPr/>
        </p:nvSpPr>
        <p:spPr>
          <a:xfrm>
            <a:off x="4818529" y="1692915"/>
            <a:ext cx="112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Security </a:t>
            </a:r>
            <a:b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&amp; safety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9" name="Google Shape;399;p47"/>
          <p:cNvSpPr txBox="1"/>
          <p:nvPr/>
        </p:nvSpPr>
        <p:spPr>
          <a:xfrm>
            <a:off x="6235312" y="1692915"/>
            <a:ext cx="112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Workspace management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0" name="Google Shape;400;p47"/>
          <p:cNvSpPr txBox="1"/>
          <p:nvPr/>
        </p:nvSpPr>
        <p:spPr>
          <a:xfrm>
            <a:off x="7634806" y="1692915"/>
            <a:ext cx="112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Property </a:t>
            </a:r>
            <a:b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management</a:t>
            </a:r>
            <a:endParaRPr sz="1600" i="0" u="none" strike="noStrike" cap="none">
              <a:solidFill>
                <a:schemeClr val="accent3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1" name="Google Shape;401;p47"/>
          <p:cNvSpPr txBox="1"/>
          <p:nvPr/>
        </p:nvSpPr>
        <p:spPr>
          <a:xfrm>
            <a:off x="2122074" y="3957101"/>
            <a:ext cx="10173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9424"/>
              </a:buClr>
              <a:buSzPts val="1200"/>
              <a:buFont typeface="Arial"/>
              <a:buNone/>
            </a:pPr>
            <a:r>
              <a:rPr lang="en" sz="1000" b="1" i="0" u="none" strike="noStrike" cap="none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Services </a:t>
            </a:r>
            <a:r>
              <a:rPr lang="en" sz="1000" b="1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</a:t>
            </a:r>
            <a:r>
              <a:rPr lang="en" sz="1000" b="1" i="0" u="none" strike="noStrike" cap="none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Maintenance</a:t>
            </a:r>
            <a:endParaRPr sz="900" b="1">
              <a:solidFill>
                <a:schemeClr val="accent1"/>
              </a:solidFill>
            </a:endParaRPr>
          </a:p>
        </p:txBody>
      </p:sp>
      <p:sp>
        <p:nvSpPr>
          <p:cNvPr id="402" name="Google Shape;402;p47"/>
          <p:cNvSpPr txBox="1"/>
          <p:nvPr/>
        </p:nvSpPr>
        <p:spPr>
          <a:xfrm>
            <a:off x="3390554" y="3957095"/>
            <a:ext cx="11250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Predictive &amp; preventive maintenance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47"/>
          <p:cNvSpPr txBox="1"/>
          <p:nvPr/>
        </p:nvSpPr>
        <p:spPr>
          <a:xfrm>
            <a:off x="4826229" y="4034045"/>
            <a:ext cx="1125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Facilities &amp; utilities maintenances</a:t>
            </a:r>
            <a:endParaRPr sz="10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4" name="Google Shape;404;p47"/>
          <p:cNvSpPr txBox="1"/>
          <p:nvPr/>
        </p:nvSpPr>
        <p:spPr>
          <a:xfrm>
            <a:off x="6243004" y="4034045"/>
            <a:ext cx="1125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Upgrade, retrofit &amp; technical projects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5" name="Google Shape;405;p47"/>
          <p:cNvSpPr txBox="1"/>
          <p:nvPr/>
        </p:nvSpPr>
        <p:spPr>
          <a:xfrm>
            <a:off x="7642490" y="4034045"/>
            <a:ext cx="1125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Energy </a:t>
            </a:r>
            <a:b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0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optimization</a:t>
            </a:r>
            <a:endParaRPr sz="1600" i="0" u="none" strike="noStrike" cap="none">
              <a:solidFill>
                <a:schemeClr val="accent3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406" name="Google Shape;406;p47"/>
          <p:cNvCxnSpPr/>
          <p:nvPr/>
        </p:nvCxnSpPr>
        <p:spPr>
          <a:xfrm>
            <a:off x="3226725" y="1300325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47"/>
          <p:cNvCxnSpPr/>
          <p:nvPr/>
        </p:nvCxnSpPr>
        <p:spPr>
          <a:xfrm>
            <a:off x="4664000" y="1306550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47"/>
          <p:cNvCxnSpPr/>
          <p:nvPr/>
        </p:nvCxnSpPr>
        <p:spPr>
          <a:xfrm>
            <a:off x="6098075" y="1306550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47"/>
          <p:cNvCxnSpPr/>
          <p:nvPr/>
        </p:nvCxnSpPr>
        <p:spPr>
          <a:xfrm>
            <a:off x="7497550" y="1306550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7"/>
          <p:cNvCxnSpPr/>
          <p:nvPr/>
        </p:nvCxnSpPr>
        <p:spPr>
          <a:xfrm>
            <a:off x="3230576" y="2492566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47"/>
          <p:cNvCxnSpPr/>
          <p:nvPr/>
        </p:nvCxnSpPr>
        <p:spPr>
          <a:xfrm>
            <a:off x="4667851" y="2498791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47"/>
          <p:cNvCxnSpPr/>
          <p:nvPr/>
        </p:nvCxnSpPr>
        <p:spPr>
          <a:xfrm>
            <a:off x="6101926" y="2498791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47"/>
          <p:cNvCxnSpPr/>
          <p:nvPr/>
        </p:nvCxnSpPr>
        <p:spPr>
          <a:xfrm>
            <a:off x="7501401" y="2498791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47"/>
          <p:cNvCxnSpPr/>
          <p:nvPr/>
        </p:nvCxnSpPr>
        <p:spPr>
          <a:xfrm>
            <a:off x="3234428" y="3675523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7"/>
          <p:cNvCxnSpPr/>
          <p:nvPr/>
        </p:nvCxnSpPr>
        <p:spPr>
          <a:xfrm>
            <a:off x="4671703" y="3681748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7"/>
          <p:cNvCxnSpPr/>
          <p:nvPr/>
        </p:nvCxnSpPr>
        <p:spPr>
          <a:xfrm>
            <a:off x="6105778" y="3681748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47"/>
          <p:cNvCxnSpPr/>
          <p:nvPr/>
        </p:nvCxnSpPr>
        <p:spPr>
          <a:xfrm>
            <a:off x="7505253" y="3681748"/>
            <a:ext cx="0" cy="1107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8"/>
          <p:cNvSpPr/>
          <p:nvPr/>
        </p:nvSpPr>
        <p:spPr>
          <a:xfrm>
            <a:off x="6126481" y="0"/>
            <a:ext cx="3017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8"/>
          <p:cNvSpPr txBox="1"/>
          <p:nvPr/>
        </p:nvSpPr>
        <p:spPr>
          <a:xfrm>
            <a:off x="7371919" y="392642"/>
            <a:ext cx="15012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30+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projects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4" name="Google Shape;424;p48"/>
          <p:cNvSpPr txBox="1"/>
          <p:nvPr/>
        </p:nvSpPr>
        <p:spPr>
          <a:xfrm>
            <a:off x="7371919" y="1164632"/>
            <a:ext cx="15012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10+ years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experienced</a:t>
            </a:r>
            <a:endParaRPr sz="1100"/>
          </a:p>
        </p:txBody>
      </p:sp>
      <p:sp>
        <p:nvSpPr>
          <p:cNvPr id="425" name="Google Shape;425;p48"/>
          <p:cNvSpPr txBox="1"/>
          <p:nvPr/>
        </p:nvSpPr>
        <p:spPr>
          <a:xfrm>
            <a:off x="7371919" y="1936621"/>
            <a:ext cx="15012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5 million+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meals served annually</a:t>
            </a:r>
            <a:endParaRPr sz="9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7371919" y="2708610"/>
            <a:ext cx="15012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80+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dietitian</a:t>
            </a:r>
            <a:endParaRPr sz="1100"/>
          </a:p>
        </p:txBody>
      </p:sp>
      <p:sp>
        <p:nvSpPr>
          <p:cNvPr id="427" name="Google Shape;427;p48"/>
          <p:cNvSpPr txBox="1"/>
          <p:nvPr/>
        </p:nvSpPr>
        <p:spPr>
          <a:xfrm>
            <a:off x="7371919" y="4181612"/>
            <a:ext cx="13299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1</a:t>
            </a: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 corporate RND chef </a:t>
            </a:r>
            <a:endParaRPr sz="900"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428" name="Google Shape;428;p48"/>
          <p:cNvCxnSpPr/>
          <p:nvPr/>
        </p:nvCxnSpPr>
        <p:spPr>
          <a:xfrm>
            <a:off x="6080760" y="1013650"/>
            <a:ext cx="2690700" cy="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29" name="Google Shape;429;p48"/>
          <p:cNvCxnSpPr/>
          <p:nvPr/>
        </p:nvCxnSpPr>
        <p:spPr>
          <a:xfrm>
            <a:off x="6080760" y="1785639"/>
            <a:ext cx="2690700" cy="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0" name="Google Shape;430;p48"/>
          <p:cNvCxnSpPr/>
          <p:nvPr/>
        </p:nvCxnSpPr>
        <p:spPr>
          <a:xfrm>
            <a:off x="6080760" y="2557628"/>
            <a:ext cx="2690700" cy="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1" name="Google Shape;431;p48"/>
          <p:cNvCxnSpPr/>
          <p:nvPr/>
        </p:nvCxnSpPr>
        <p:spPr>
          <a:xfrm>
            <a:off x="6080760" y="3329618"/>
            <a:ext cx="2690700" cy="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2" name="Google Shape;432;p48"/>
          <p:cNvCxnSpPr/>
          <p:nvPr/>
        </p:nvCxnSpPr>
        <p:spPr>
          <a:xfrm>
            <a:off x="6080760" y="4101610"/>
            <a:ext cx="2690700" cy="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3" name="Google Shape;433;p48"/>
          <p:cNvCxnSpPr/>
          <p:nvPr/>
        </p:nvCxnSpPr>
        <p:spPr>
          <a:xfrm rot="10800000">
            <a:off x="8770575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34" name="Google Shape;434;p48" title="Picture8.png"/>
          <p:cNvPicPr preferRelativeResize="0"/>
          <p:nvPr/>
        </p:nvPicPr>
        <p:blipFill rotWithShape="1">
          <a:blip r:embed="rId3">
            <a:alphaModFix/>
          </a:blip>
          <a:srcRect t="150" b="160"/>
          <a:stretch/>
        </p:blipFill>
        <p:spPr>
          <a:xfrm>
            <a:off x="6874788" y="434774"/>
            <a:ext cx="321469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8" title="Picture9.png"/>
          <p:cNvPicPr preferRelativeResize="0"/>
          <p:nvPr/>
        </p:nvPicPr>
        <p:blipFill rotWithShape="1">
          <a:blip r:embed="rId4">
            <a:alphaModFix/>
          </a:blip>
          <a:srcRect l="90" r="90"/>
          <a:stretch/>
        </p:blipFill>
        <p:spPr>
          <a:xfrm>
            <a:off x="6864072" y="1270661"/>
            <a:ext cx="342900" cy="23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8" title="Picture10.png"/>
          <p:cNvPicPr preferRelativeResize="0"/>
          <p:nvPr/>
        </p:nvPicPr>
        <p:blipFill rotWithShape="1">
          <a:blip r:embed="rId5">
            <a:alphaModFix/>
          </a:blip>
          <a:srcRect t="120" b="120"/>
          <a:stretch/>
        </p:blipFill>
        <p:spPr>
          <a:xfrm>
            <a:off x="6867644" y="1995820"/>
            <a:ext cx="335756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8" title="Picture11.png"/>
          <p:cNvPicPr preferRelativeResize="0"/>
          <p:nvPr/>
        </p:nvPicPr>
        <p:blipFill rotWithShape="1">
          <a:blip r:embed="rId6">
            <a:alphaModFix/>
          </a:blip>
          <a:srcRect l="259" r="269"/>
          <a:stretch/>
        </p:blipFill>
        <p:spPr>
          <a:xfrm>
            <a:off x="6864072" y="2806703"/>
            <a:ext cx="342900" cy="292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8" title="Picture12.png"/>
          <p:cNvPicPr preferRelativeResize="0"/>
          <p:nvPr/>
        </p:nvPicPr>
        <p:blipFill rotWithShape="1">
          <a:blip r:embed="rId7">
            <a:alphaModFix/>
          </a:blip>
          <a:srcRect l="130" r="130"/>
          <a:stretch/>
        </p:blipFill>
        <p:spPr>
          <a:xfrm>
            <a:off x="6871216" y="3549721"/>
            <a:ext cx="328613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8"/>
          <p:cNvSpPr txBox="1"/>
          <p:nvPr/>
        </p:nvSpPr>
        <p:spPr>
          <a:xfrm>
            <a:off x="388665" y="359769"/>
            <a:ext cx="6271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249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Food Services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40" name="Google Shape;440;p48"/>
          <p:cNvGrpSpPr/>
          <p:nvPr/>
        </p:nvGrpSpPr>
        <p:grpSpPr>
          <a:xfrm>
            <a:off x="388665" y="609688"/>
            <a:ext cx="4185675" cy="1137974"/>
            <a:chOff x="2783631" y="1717066"/>
            <a:chExt cx="5580900" cy="1517298"/>
          </a:xfrm>
        </p:grpSpPr>
        <p:sp>
          <p:nvSpPr>
            <p:cNvPr id="441" name="Google Shape;441;p48"/>
            <p:cNvSpPr txBox="1"/>
            <p:nvPr/>
          </p:nvSpPr>
          <p:spPr>
            <a:xfrm>
              <a:off x="2783631" y="1717066"/>
              <a:ext cx="5580900" cy="10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54000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3000"/>
                <a:buFont typeface="Bricolage Grotesque"/>
                <a:buNone/>
              </a:pPr>
              <a:r>
                <a:rPr lang="en" sz="3000" b="0" i="0" u="none" strike="noStrike" cap="none">
                  <a:solidFill>
                    <a:schemeClr val="dk2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rPr>
                <a:t>End-to-End </a:t>
              </a:r>
              <a:br>
                <a:rPr lang="en" sz="3000" b="0" i="0" u="none" strike="noStrike" cap="none">
                  <a:solidFill>
                    <a:schemeClr val="dk2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rPr>
              </a:br>
              <a:r>
                <a:rPr lang="en" sz="3000" b="0" i="0" u="none" strike="noStrike" cap="none">
                  <a:solidFill>
                    <a:schemeClr val="dk2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rPr>
                <a:t>Food Service Solutions.</a:t>
              </a:r>
              <a:endPara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8"/>
            <p:cNvSpPr txBox="1"/>
            <p:nvPr/>
          </p:nvSpPr>
          <p:spPr>
            <a:xfrm>
              <a:off x="2783633" y="2782864"/>
              <a:ext cx="37395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3249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Delivering safe, nutritious and operationally efficient food services across industries.</a:t>
              </a:r>
              <a:endParaRPr sz="1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48"/>
          <p:cNvSpPr txBox="1"/>
          <p:nvPr/>
        </p:nvSpPr>
        <p:spPr>
          <a:xfrm>
            <a:off x="388665" y="4643575"/>
            <a:ext cx="152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249"/>
              </a:buClr>
              <a:buSzPts val="1100"/>
              <a:buFont typeface="Bricolage Grotesque"/>
              <a:buNone/>
            </a:pPr>
            <a:r>
              <a:rPr lang="en" sz="1100" b="0" i="0" u="none" strike="noStrike" cap="none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Powered by Hands-On Brand Experience 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4" name="Google Shape;444;p48"/>
          <p:cNvGraphicFramePr/>
          <p:nvPr/>
        </p:nvGraphicFramePr>
        <p:xfrm>
          <a:off x="552971" y="2067050"/>
          <a:ext cx="3834000" cy="125968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221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Kitchen Operations</a:t>
                      </a:r>
                      <a:endParaRPr sz="1100"/>
                    </a:p>
                  </a:txBody>
                  <a:tcPr marL="0" marR="68600" marT="81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Catering Services</a:t>
                      </a:r>
                      <a:endParaRPr sz="1100"/>
                    </a:p>
                  </a:txBody>
                  <a:tcPr marL="0" marR="68600" marT="81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0" lvl="0" indent="-1270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Kitchen Management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Kitchen Design &amp; Layout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Kitchen Equipment Planning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Coffee &amp; Pantry Management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Restaurant &amp; Cafeteria Management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0" marR="68600" marT="34300" marB="21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Healthcare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Corporate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Industrial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Events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762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800"/>
                        <a:buFont typeface="Noto Sans Symbols"/>
                        <a:buNone/>
                      </a:pPr>
                      <a:endParaRPr sz="8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8600" marT="34300" marB="21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5" name="Google Shape;445;p48"/>
          <p:cNvGraphicFramePr/>
          <p:nvPr/>
        </p:nvGraphicFramePr>
        <p:xfrm>
          <a:off x="552971" y="3400686"/>
          <a:ext cx="3834000" cy="109016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221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Nutrition &amp; Wellness</a:t>
                      </a:r>
                      <a:endParaRPr sz="1100"/>
                    </a:p>
                  </a:txBody>
                  <a:tcPr marL="0" marR="68600" marT="81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Food Technology</a:t>
                      </a:r>
                      <a:endParaRPr sz="1100"/>
                    </a:p>
                  </a:txBody>
                  <a:tcPr marL="0" marR="68600" marT="81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25">
                <a:tc>
                  <a:txBody>
                    <a:bodyPr/>
                    <a:lstStyle/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Clinical Nutrition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Dietitian Consultancy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Menu Engineering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Special Diet Programs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0" marR="68600" marT="34300" marB="270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Hospital Ordering System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CRM &amp; Ticketing</a:t>
                      </a:r>
                      <a:endParaRPr sz="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12700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800"/>
                        <a:buFont typeface="Google Sans"/>
                        <a:buChar char="▪"/>
                      </a:pPr>
                      <a:r>
                        <a:rPr lang="en" sz="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Digital Kitchen Solutions</a:t>
                      </a:r>
                      <a:endParaRPr sz="1100"/>
                    </a:p>
                  </a:txBody>
                  <a:tcPr marL="0" marR="68600" marT="34300" marB="270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46" name="Google Shape;446;p48"/>
          <p:cNvGrpSpPr/>
          <p:nvPr/>
        </p:nvGrpSpPr>
        <p:grpSpPr>
          <a:xfrm>
            <a:off x="0" y="1998470"/>
            <a:ext cx="4655448" cy="2536545"/>
            <a:chOff x="0" y="3145394"/>
            <a:chExt cx="7560000" cy="3382060"/>
          </a:xfrm>
        </p:grpSpPr>
        <p:cxnSp>
          <p:nvCxnSpPr>
            <p:cNvPr id="447" name="Google Shape;447;p48"/>
            <p:cNvCxnSpPr/>
            <p:nvPr/>
          </p:nvCxnSpPr>
          <p:spPr>
            <a:xfrm>
              <a:off x="0" y="3145394"/>
              <a:ext cx="7560000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448" name="Google Shape;448;p48"/>
            <p:cNvCxnSpPr/>
            <p:nvPr/>
          </p:nvCxnSpPr>
          <p:spPr>
            <a:xfrm>
              <a:off x="0" y="4923575"/>
              <a:ext cx="7560000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449" name="Google Shape;449;p48"/>
            <p:cNvCxnSpPr/>
            <p:nvPr/>
          </p:nvCxnSpPr>
          <p:spPr>
            <a:xfrm>
              <a:off x="0" y="6527454"/>
              <a:ext cx="7560000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cxnSp>
        <p:nvCxnSpPr>
          <p:cNvPr id="450" name="Google Shape;450;p48"/>
          <p:cNvCxnSpPr/>
          <p:nvPr/>
        </p:nvCxnSpPr>
        <p:spPr>
          <a:xfrm>
            <a:off x="0" y="2387942"/>
            <a:ext cx="0" cy="27510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451" name="Google Shape;451;p48"/>
          <p:cNvGrpSpPr/>
          <p:nvPr/>
        </p:nvGrpSpPr>
        <p:grpSpPr>
          <a:xfrm>
            <a:off x="365805" y="1998369"/>
            <a:ext cx="3975645" cy="2532823"/>
            <a:chOff x="518220" y="2789794"/>
            <a:chExt cx="5300860" cy="3668100"/>
          </a:xfrm>
        </p:grpSpPr>
        <p:cxnSp>
          <p:nvCxnSpPr>
            <p:cNvPr id="452" name="Google Shape;452;p48"/>
            <p:cNvCxnSpPr/>
            <p:nvPr/>
          </p:nvCxnSpPr>
          <p:spPr>
            <a:xfrm>
              <a:off x="3504565" y="2789794"/>
              <a:ext cx="0" cy="366810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453" name="Google Shape;453;p48"/>
            <p:cNvCxnSpPr/>
            <p:nvPr/>
          </p:nvCxnSpPr>
          <p:spPr>
            <a:xfrm>
              <a:off x="518220" y="2789794"/>
              <a:ext cx="0" cy="366810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454" name="Google Shape;454;p48"/>
            <p:cNvCxnSpPr/>
            <p:nvPr/>
          </p:nvCxnSpPr>
          <p:spPr>
            <a:xfrm>
              <a:off x="5819080" y="2789794"/>
              <a:ext cx="0" cy="366810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455" name="Google Shape;455;p48"/>
          <p:cNvGrpSpPr/>
          <p:nvPr/>
        </p:nvGrpSpPr>
        <p:grpSpPr>
          <a:xfrm>
            <a:off x="2687786" y="4622765"/>
            <a:ext cx="1642447" cy="366499"/>
            <a:chOff x="3089857" y="6152905"/>
            <a:chExt cx="2341002" cy="522376"/>
          </a:xfrm>
        </p:grpSpPr>
        <p:pic>
          <p:nvPicPr>
            <p:cNvPr id="456" name="Google Shape;456;p48" descr="Maxx Coffee (@maxxcoffeeid) • Facebook"/>
            <p:cNvPicPr preferRelativeResize="0"/>
            <p:nvPr/>
          </p:nvPicPr>
          <p:blipFill rotWithShape="1">
            <a:blip r:embed="rId8">
              <a:alphaModFix/>
            </a:blip>
            <a:srcRect l="-11973" t="6354" r="-11973" b="6363"/>
            <a:stretch/>
          </p:blipFill>
          <p:spPr>
            <a:xfrm>
              <a:off x="3089857" y="6152905"/>
              <a:ext cx="741748" cy="522376"/>
            </a:xfrm>
            <a:prstGeom prst="rect">
              <a:avLst/>
            </a:prstGeom>
            <a:solidFill>
              <a:srgbClr val="3E3936"/>
            </a:solidFill>
            <a:ln>
              <a:noFill/>
            </a:ln>
          </p:spPr>
        </p:pic>
        <p:pic>
          <p:nvPicPr>
            <p:cNvPr id="457" name="Google Shape;457;p48"/>
            <p:cNvPicPr preferRelativeResize="0"/>
            <p:nvPr/>
          </p:nvPicPr>
          <p:blipFill rotWithShape="1">
            <a:blip r:embed="rId9">
              <a:alphaModFix/>
            </a:blip>
            <a:srcRect t="14789" b="14789"/>
            <a:stretch/>
          </p:blipFill>
          <p:spPr>
            <a:xfrm>
              <a:off x="3898623" y="6152905"/>
              <a:ext cx="741748" cy="522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4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689112" y="6152905"/>
              <a:ext cx="741747" cy="522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0" name="Google Shape;460;p48"/>
          <p:cNvSpPr txBox="1"/>
          <p:nvPr/>
        </p:nvSpPr>
        <p:spPr>
          <a:xfrm>
            <a:off x="7371919" y="4411106"/>
            <a:ext cx="13299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6</a:t>
            </a: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 cluster culinary chef </a:t>
            </a:r>
            <a:endParaRPr sz="9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1" name="Google Shape;461;p48"/>
          <p:cNvSpPr txBox="1"/>
          <p:nvPr/>
        </p:nvSpPr>
        <p:spPr>
          <a:xfrm>
            <a:off x="7371919" y="4640599"/>
            <a:ext cx="13299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10</a:t>
            </a: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 head chef</a:t>
            </a:r>
            <a:endParaRPr sz="9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2" name="Google Shape;462;p48"/>
          <p:cNvSpPr txBox="1"/>
          <p:nvPr/>
        </p:nvSpPr>
        <p:spPr>
          <a:xfrm>
            <a:off x="7371919" y="3480599"/>
            <a:ext cx="8052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200+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cook</a:t>
            </a:r>
            <a:endParaRPr sz="1100"/>
          </a:p>
        </p:txBody>
      </p:sp>
      <p:pic>
        <p:nvPicPr>
          <p:cNvPr id="463" name="Google Shape;463;p48" title="Picture13.png"/>
          <p:cNvPicPr preferRelativeResize="0"/>
          <p:nvPr/>
        </p:nvPicPr>
        <p:blipFill rotWithShape="1">
          <a:blip r:embed="rId11">
            <a:alphaModFix/>
          </a:blip>
          <a:srcRect t="298" b="298"/>
          <a:stretch/>
        </p:blipFill>
        <p:spPr>
          <a:xfrm>
            <a:off x="6914078" y="4449833"/>
            <a:ext cx="242887" cy="3286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48"/>
          <p:cNvGrpSpPr/>
          <p:nvPr/>
        </p:nvGrpSpPr>
        <p:grpSpPr>
          <a:xfrm>
            <a:off x="8132474" y="404861"/>
            <a:ext cx="502850" cy="205343"/>
            <a:chOff x="670620" y="5956300"/>
            <a:chExt cx="1021016" cy="416941"/>
          </a:xfrm>
        </p:grpSpPr>
        <p:grpSp>
          <p:nvGrpSpPr>
            <p:cNvPr id="465" name="Google Shape;465;p48"/>
            <p:cNvGrpSpPr/>
            <p:nvPr/>
          </p:nvGrpSpPr>
          <p:grpSpPr>
            <a:xfrm>
              <a:off x="670620" y="5956300"/>
              <a:ext cx="1021016" cy="416941"/>
              <a:chOff x="670620" y="5956300"/>
              <a:chExt cx="1021016" cy="416941"/>
            </a:xfrm>
          </p:grpSpPr>
          <p:sp>
            <p:nvSpPr>
              <p:cNvPr id="466" name="Google Shape;466;p48"/>
              <p:cNvSpPr/>
              <p:nvPr/>
            </p:nvSpPr>
            <p:spPr>
              <a:xfrm>
                <a:off x="670620" y="5957411"/>
                <a:ext cx="315150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315150" h="414718" extrusionOk="0">
                    <a:moveTo>
                      <a:pt x="170466" y="414607"/>
                    </a:moveTo>
                    <a:cubicBezTo>
                      <a:pt x="139573" y="414607"/>
                      <a:pt x="109680" y="409273"/>
                      <a:pt x="81566" y="398828"/>
                    </a:cubicBezTo>
                    <a:cubicBezTo>
                      <a:pt x="53340" y="388382"/>
                      <a:pt x="26892" y="372047"/>
                      <a:pt x="2889" y="350377"/>
                    </a:cubicBezTo>
                    <a:lnTo>
                      <a:pt x="0" y="347821"/>
                    </a:lnTo>
                    <a:lnTo>
                      <a:pt x="46895" y="292037"/>
                    </a:lnTo>
                    <a:lnTo>
                      <a:pt x="50006" y="294704"/>
                    </a:lnTo>
                    <a:cubicBezTo>
                      <a:pt x="68786" y="310928"/>
                      <a:pt x="88122" y="323596"/>
                      <a:pt x="107236" y="332264"/>
                    </a:cubicBezTo>
                    <a:cubicBezTo>
                      <a:pt x="126238" y="340820"/>
                      <a:pt x="148019" y="345154"/>
                      <a:pt x="172244" y="345154"/>
                    </a:cubicBezTo>
                    <a:cubicBezTo>
                      <a:pt x="192691" y="345154"/>
                      <a:pt x="209137" y="340820"/>
                      <a:pt x="221028" y="332375"/>
                    </a:cubicBezTo>
                    <a:cubicBezTo>
                      <a:pt x="232696" y="324041"/>
                      <a:pt x="238252" y="313261"/>
                      <a:pt x="238252" y="299482"/>
                    </a:cubicBezTo>
                    <a:lnTo>
                      <a:pt x="238252" y="298371"/>
                    </a:lnTo>
                    <a:cubicBezTo>
                      <a:pt x="238252" y="291814"/>
                      <a:pt x="237141" y="286036"/>
                      <a:pt x="234918" y="281035"/>
                    </a:cubicBezTo>
                    <a:cubicBezTo>
                      <a:pt x="232807" y="276257"/>
                      <a:pt x="228584" y="271590"/>
                      <a:pt x="222583" y="267033"/>
                    </a:cubicBezTo>
                    <a:cubicBezTo>
                      <a:pt x="216360" y="262366"/>
                      <a:pt x="207582" y="258032"/>
                      <a:pt x="196469" y="254032"/>
                    </a:cubicBezTo>
                    <a:cubicBezTo>
                      <a:pt x="185134" y="249920"/>
                      <a:pt x="170244" y="245809"/>
                      <a:pt x="151908" y="241697"/>
                    </a:cubicBezTo>
                    <a:cubicBezTo>
                      <a:pt x="130683" y="236807"/>
                      <a:pt x="111570" y="231140"/>
                      <a:pt x="95012" y="224917"/>
                    </a:cubicBezTo>
                    <a:cubicBezTo>
                      <a:pt x="78343" y="218583"/>
                      <a:pt x="64008" y="210804"/>
                      <a:pt x="52562" y="201692"/>
                    </a:cubicBezTo>
                    <a:cubicBezTo>
                      <a:pt x="41005" y="192469"/>
                      <a:pt x="32004" y="181023"/>
                      <a:pt x="25892" y="167799"/>
                    </a:cubicBezTo>
                    <a:cubicBezTo>
                      <a:pt x="19780" y="154575"/>
                      <a:pt x="16780" y="138351"/>
                      <a:pt x="16780" y="119793"/>
                    </a:cubicBezTo>
                    <a:lnTo>
                      <a:pt x="16780" y="118682"/>
                    </a:lnTo>
                    <a:cubicBezTo>
                      <a:pt x="16780" y="101235"/>
                      <a:pt x="20336" y="84900"/>
                      <a:pt x="27226" y="70342"/>
                    </a:cubicBezTo>
                    <a:cubicBezTo>
                      <a:pt x="34115" y="55785"/>
                      <a:pt x="43894" y="43117"/>
                      <a:pt x="56007" y="32893"/>
                    </a:cubicBezTo>
                    <a:cubicBezTo>
                      <a:pt x="68120" y="22670"/>
                      <a:pt x="82788" y="14557"/>
                      <a:pt x="99790" y="8779"/>
                    </a:cubicBezTo>
                    <a:cubicBezTo>
                      <a:pt x="116570" y="2889"/>
                      <a:pt x="135239" y="0"/>
                      <a:pt x="155242" y="0"/>
                    </a:cubicBezTo>
                    <a:cubicBezTo>
                      <a:pt x="184579" y="0"/>
                      <a:pt x="211360" y="4334"/>
                      <a:pt x="234807" y="13002"/>
                    </a:cubicBezTo>
                    <a:cubicBezTo>
                      <a:pt x="258255" y="21558"/>
                      <a:pt x="280591" y="34227"/>
                      <a:pt x="301149" y="50562"/>
                    </a:cubicBezTo>
                    <a:lnTo>
                      <a:pt x="304149" y="52896"/>
                    </a:lnTo>
                    <a:lnTo>
                      <a:pt x="262366" y="111792"/>
                    </a:lnTo>
                    <a:lnTo>
                      <a:pt x="259032" y="109458"/>
                    </a:lnTo>
                    <a:cubicBezTo>
                      <a:pt x="241364" y="96568"/>
                      <a:pt x="223584" y="86566"/>
                      <a:pt x="206248" y="79788"/>
                    </a:cubicBezTo>
                    <a:cubicBezTo>
                      <a:pt x="189135" y="73009"/>
                      <a:pt x="171577" y="69675"/>
                      <a:pt x="154019" y="69675"/>
                    </a:cubicBezTo>
                    <a:cubicBezTo>
                      <a:pt x="134684" y="69675"/>
                      <a:pt x="119571" y="73898"/>
                      <a:pt x="109125" y="82344"/>
                    </a:cubicBezTo>
                    <a:cubicBezTo>
                      <a:pt x="98679" y="90678"/>
                      <a:pt x="93678" y="100568"/>
                      <a:pt x="93678" y="112570"/>
                    </a:cubicBezTo>
                    <a:lnTo>
                      <a:pt x="93678" y="113681"/>
                    </a:lnTo>
                    <a:cubicBezTo>
                      <a:pt x="93678" y="120571"/>
                      <a:pt x="94901" y="126794"/>
                      <a:pt x="97346" y="132128"/>
                    </a:cubicBezTo>
                    <a:cubicBezTo>
                      <a:pt x="99679" y="137239"/>
                      <a:pt x="104013" y="142018"/>
                      <a:pt x="110347" y="146241"/>
                    </a:cubicBezTo>
                    <a:cubicBezTo>
                      <a:pt x="117015" y="150686"/>
                      <a:pt x="126349" y="155019"/>
                      <a:pt x="138240" y="159020"/>
                    </a:cubicBezTo>
                    <a:cubicBezTo>
                      <a:pt x="150241" y="163132"/>
                      <a:pt x="165910" y="167465"/>
                      <a:pt x="184579" y="171910"/>
                    </a:cubicBezTo>
                    <a:cubicBezTo>
                      <a:pt x="205470" y="177244"/>
                      <a:pt x="224139" y="183134"/>
                      <a:pt x="240363" y="189579"/>
                    </a:cubicBezTo>
                    <a:cubicBezTo>
                      <a:pt x="256810" y="196136"/>
                      <a:pt x="270589" y="204248"/>
                      <a:pt x="281480" y="213693"/>
                    </a:cubicBezTo>
                    <a:cubicBezTo>
                      <a:pt x="292481" y="223250"/>
                      <a:pt x="300927" y="234585"/>
                      <a:pt x="306594" y="247253"/>
                    </a:cubicBezTo>
                    <a:cubicBezTo>
                      <a:pt x="312261" y="259921"/>
                      <a:pt x="315151" y="274812"/>
                      <a:pt x="315151" y="291481"/>
                    </a:cubicBezTo>
                    <a:lnTo>
                      <a:pt x="315151" y="292592"/>
                    </a:lnTo>
                    <a:cubicBezTo>
                      <a:pt x="315151" y="311483"/>
                      <a:pt x="311483" y="328819"/>
                      <a:pt x="304371" y="344043"/>
                    </a:cubicBezTo>
                    <a:cubicBezTo>
                      <a:pt x="297259" y="359156"/>
                      <a:pt x="287147" y="372158"/>
                      <a:pt x="274479" y="382715"/>
                    </a:cubicBezTo>
                    <a:cubicBezTo>
                      <a:pt x="261811" y="393160"/>
                      <a:pt x="246364" y="401161"/>
                      <a:pt x="228695" y="406606"/>
                    </a:cubicBezTo>
                    <a:cubicBezTo>
                      <a:pt x="211138" y="411940"/>
                      <a:pt x="191580" y="414718"/>
                      <a:pt x="170577" y="414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48"/>
              <p:cNvSpPr/>
              <p:nvPr/>
            </p:nvSpPr>
            <p:spPr>
              <a:xfrm>
                <a:off x="1010106" y="5963078"/>
                <a:ext cx="301704" cy="403383"/>
              </a:xfrm>
              <a:custGeom>
                <a:avLst/>
                <a:gdLst/>
                <a:ahLst/>
                <a:cxnLst/>
                <a:rect l="l" t="t" r="r" b="b"/>
                <a:pathLst>
                  <a:path w="301704" h="403383" extrusionOk="0">
                    <a:moveTo>
                      <a:pt x="0" y="403384"/>
                    </a:moveTo>
                    <a:lnTo>
                      <a:pt x="0" y="0"/>
                    </a:lnTo>
                    <a:lnTo>
                      <a:pt x="301704" y="0"/>
                    </a:lnTo>
                    <a:lnTo>
                      <a:pt x="301704" y="70676"/>
                    </a:lnTo>
                    <a:lnTo>
                      <a:pt x="76899" y="70676"/>
                    </a:lnTo>
                    <a:lnTo>
                      <a:pt x="76899" y="171688"/>
                    </a:lnTo>
                    <a:lnTo>
                      <a:pt x="276257" y="171688"/>
                    </a:lnTo>
                    <a:lnTo>
                      <a:pt x="276257" y="242364"/>
                    </a:lnTo>
                    <a:lnTo>
                      <a:pt x="76899" y="242364"/>
                    </a:lnTo>
                    <a:lnTo>
                      <a:pt x="76899" y="403384"/>
                    </a:lnTo>
                    <a:lnTo>
                      <a:pt x="0" y="4033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48"/>
              <p:cNvSpPr/>
              <p:nvPr/>
            </p:nvSpPr>
            <p:spPr>
              <a:xfrm>
                <a:off x="1313367" y="5956300"/>
                <a:ext cx="378269" cy="416941"/>
              </a:xfrm>
              <a:custGeom>
                <a:avLst/>
                <a:gdLst/>
                <a:ahLst/>
                <a:cxnLst/>
                <a:rect l="l" t="t" r="r" b="b"/>
                <a:pathLst>
                  <a:path w="378269" h="416941" extrusionOk="0">
                    <a:moveTo>
                      <a:pt x="209026" y="416941"/>
                    </a:moveTo>
                    <a:cubicBezTo>
                      <a:pt x="177800" y="416941"/>
                      <a:pt x="148907" y="411607"/>
                      <a:pt x="123349" y="401161"/>
                    </a:cubicBezTo>
                    <a:cubicBezTo>
                      <a:pt x="97679" y="390604"/>
                      <a:pt x="75565" y="375936"/>
                      <a:pt x="57341" y="357378"/>
                    </a:cubicBezTo>
                    <a:cubicBezTo>
                      <a:pt x="39116" y="338820"/>
                      <a:pt x="24892" y="316706"/>
                      <a:pt x="15002" y="291703"/>
                    </a:cubicBezTo>
                    <a:cubicBezTo>
                      <a:pt x="5112" y="266700"/>
                      <a:pt x="0" y="239141"/>
                      <a:pt x="0" y="209693"/>
                    </a:cubicBezTo>
                    <a:lnTo>
                      <a:pt x="0" y="208582"/>
                    </a:lnTo>
                    <a:cubicBezTo>
                      <a:pt x="0" y="180689"/>
                      <a:pt x="5223" y="153797"/>
                      <a:pt x="15446" y="128572"/>
                    </a:cubicBezTo>
                    <a:cubicBezTo>
                      <a:pt x="25670" y="103346"/>
                      <a:pt x="40116" y="81010"/>
                      <a:pt x="58674" y="62008"/>
                    </a:cubicBezTo>
                    <a:cubicBezTo>
                      <a:pt x="77121" y="43117"/>
                      <a:pt x="99346" y="27892"/>
                      <a:pt x="124793" y="16780"/>
                    </a:cubicBezTo>
                    <a:cubicBezTo>
                      <a:pt x="150241" y="5667"/>
                      <a:pt x="178467" y="0"/>
                      <a:pt x="208582" y="0"/>
                    </a:cubicBezTo>
                    <a:cubicBezTo>
                      <a:pt x="226028" y="0"/>
                      <a:pt x="242141" y="1222"/>
                      <a:pt x="256476" y="3667"/>
                    </a:cubicBezTo>
                    <a:cubicBezTo>
                      <a:pt x="270812" y="6223"/>
                      <a:pt x="284258" y="9779"/>
                      <a:pt x="296481" y="14335"/>
                    </a:cubicBezTo>
                    <a:cubicBezTo>
                      <a:pt x="308705" y="18891"/>
                      <a:pt x="320373" y="24670"/>
                      <a:pt x="331375" y="31337"/>
                    </a:cubicBezTo>
                    <a:cubicBezTo>
                      <a:pt x="342265" y="38005"/>
                      <a:pt x="352933" y="45784"/>
                      <a:pt x="363268" y="54562"/>
                    </a:cubicBezTo>
                    <a:lnTo>
                      <a:pt x="366268" y="57118"/>
                    </a:lnTo>
                    <a:lnTo>
                      <a:pt x="317040" y="115792"/>
                    </a:lnTo>
                    <a:lnTo>
                      <a:pt x="313928" y="113125"/>
                    </a:lnTo>
                    <a:cubicBezTo>
                      <a:pt x="306483" y="106791"/>
                      <a:pt x="298815" y="101013"/>
                      <a:pt x="291148" y="95901"/>
                    </a:cubicBezTo>
                    <a:cubicBezTo>
                      <a:pt x="283480" y="90789"/>
                      <a:pt x="275368" y="86455"/>
                      <a:pt x="267033" y="83010"/>
                    </a:cubicBezTo>
                    <a:cubicBezTo>
                      <a:pt x="258699" y="79566"/>
                      <a:pt x="249364" y="76787"/>
                      <a:pt x="239252" y="74787"/>
                    </a:cubicBezTo>
                    <a:cubicBezTo>
                      <a:pt x="229140" y="72787"/>
                      <a:pt x="217916" y="71787"/>
                      <a:pt x="205915" y="71787"/>
                    </a:cubicBezTo>
                    <a:cubicBezTo>
                      <a:pt x="188579" y="71787"/>
                      <a:pt x="172133" y="75454"/>
                      <a:pt x="157131" y="82677"/>
                    </a:cubicBezTo>
                    <a:cubicBezTo>
                      <a:pt x="142018" y="90011"/>
                      <a:pt x="128794" y="99901"/>
                      <a:pt x="117681" y="112014"/>
                    </a:cubicBezTo>
                    <a:cubicBezTo>
                      <a:pt x="106569" y="124238"/>
                      <a:pt x="97679" y="138795"/>
                      <a:pt x="91345" y="155242"/>
                    </a:cubicBezTo>
                    <a:cubicBezTo>
                      <a:pt x="85011" y="171688"/>
                      <a:pt x="81788" y="189246"/>
                      <a:pt x="81788" y="207582"/>
                    </a:cubicBezTo>
                    <a:lnTo>
                      <a:pt x="81788" y="208693"/>
                    </a:lnTo>
                    <a:cubicBezTo>
                      <a:pt x="81788" y="228473"/>
                      <a:pt x="84900" y="247142"/>
                      <a:pt x="91123" y="263922"/>
                    </a:cubicBezTo>
                    <a:cubicBezTo>
                      <a:pt x="97345" y="280702"/>
                      <a:pt x="106236" y="295259"/>
                      <a:pt x="117570" y="307261"/>
                    </a:cubicBezTo>
                    <a:cubicBezTo>
                      <a:pt x="129016" y="319262"/>
                      <a:pt x="142796" y="328819"/>
                      <a:pt x="158575" y="335820"/>
                    </a:cubicBezTo>
                    <a:cubicBezTo>
                      <a:pt x="174355" y="342710"/>
                      <a:pt x="192246" y="346266"/>
                      <a:pt x="211915" y="346266"/>
                    </a:cubicBezTo>
                    <a:cubicBezTo>
                      <a:pt x="230140" y="346266"/>
                      <a:pt x="247475" y="343599"/>
                      <a:pt x="263255" y="338265"/>
                    </a:cubicBezTo>
                    <a:cubicBezTo>
                      <a:pt x="278368" y="333153"/>
                      <a:pt x="291814" y="326374"/>
                      <a:pt x="303038" y="318151"/>
                    </a:cubicBezTo>
                    <a:lnTo>
                      <a:pt x="303038" y="249809"/>
                    </a:lnTo>
                    <a:lnTo>
                      <a:pt x="201914" y="249809"/>
                    </a:lnTo>
                    <a:lnTo>
                      <a:pt x="201914" y="181356"/>
                    </a:lnTo>
                    <a:lnTo>
                      <a:pt x="378269" y="181356"/>
                    </a:lnTo>
                    <a:lnTo>
                      <a:pt x="378269" y="353266"/>
                    </a:lnTo>
                    <a:lnTo>
                      <a:pt x="376825" y="354489"/>
                    </a:lnTo>
                    <a:cubicBezTo>
                      <a:pt x="366935" y="362934"/>
                      <a:pt x="355822" y="370935"/>
                      <a:pt x="343932" y="378492"/>
                    </a:cubicBezTo>
                    <a:cubicBezTo>
                      <a:pt x="331930" y="386048"/>
                      <a:pt x="318818" y="392827"/>
                      <a:pt x="304927" y="398605"/>
                    </a:cubicBezTo>
                    <a:cubicBezTo>
                      <a:pt x="290925" y="404384"/>
                      <a:pt x="275812" y="408829"/>
                      <a:pt x="259810" y="412052"/>
                    </a:cubicBezTo>
                    <a:cubicBezTo>
                      <a:pt x="243808" y="415274"/>
                      <a:pt x="226806" y="416941"/>
                      <a:pt x="209360" y="4169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9" name="Google Shape;469;p48"/>
            <p:cNvSpPr/>
            <p:nvPr/>
          </p:nvSpPr>
          <p:spPr>
            <a:xfrm>
              <a:off x="1443938" y="6136989"/>
              <a:ext cx="247364" cy="69564"/>
            </a:xfrm>
            <a:custGeom>
              <a:avLst/>
              <a:gdLst/>
              <a:ahLst/>
              <a:cxnLst/>
              <a:rect l="l" t="t" r="r" b="b"/>
              <a:pathLst>
                <a:path w="247364" h="69564" extrusionOk="0">
                  <a:moveTo>
                    <a:pt x="68342" y="0"/>
                  </a:moveTo>
                  <a:lnTo>
                    <a:pt x="247364" y="0"/>
                  </a:lnTo>
                  <a:lnTo>
                    <a:pt x="171021" y="69564"/>
                  </a:lnTo>
                  <a:lnTo>
                    <a:pt x="0" y="69564"/>
                  </a:lnTo>
                  <a:lnTo>
                    <a:pt x="68342" y="0"/>
                  </a:lnTo>
                  <a:close/>
                </a:path>
              </a:pathLst>
            </a:custGeom>
            <a:solidFill>
              <a:srgbClr val="5B942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9"/>
          <p:cNvSpPr txBox="1"/>
          <p:nvPr/>
        </p:nvSpPr>
        <p:spPr>
          <a:xfrm>
            <a:off x="388665" y="609688"/>
            <a:ext cx="53568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000"/>
              <a:buFont typeface="Bricolage Grotesque"/>
              <a:buNone/>
            </a:pPr>
            <a: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Keeping Facilities Running </a:t>
            </a:r>
            <a:b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</a:br>
            <a:r>
              <a:rPr lang="en" sz="3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at Their Best.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9"/>
          <p:cNvSpPr txBox="1"/>
          <p:nvPr/>
        </p:nvSpPr>
        <p:spPr>
          <a:xfrm>
            <a:off x="388665" y="359769"/>
            <a:ext cx="6271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249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Facility Management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6" name="Google Shape;476;p49"/>
          <p:cNvSpPr/>
          <p:nvPr/>
        </p:nvSpPr>
        <p:spPr>
          <a:xfrm>
            <a:off x="2523418" y="1585913"/>
            <a:ext cx="1932000" cy="3309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9"/>
          <p:cNvSpPr/>
          <p:nvPr/>
        </p:nvSpPr>
        <p:spPr>
          <a:xfrm>
            <a:off x="6838644" y="1585913"/>
            <a:ext cx="1932000" cy="3309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9"/>
          <p:cNvSpPr/>
          <p:nvPr/>
        </p:nvSpPr>
        <p:spPr>
          <a:xfrm>
            <a:off x="4681031" y="1585913"/>
            <a:ext cx="1932000" cy="3309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9"/>
          <p:cNvSpPr/>
          <p:nvPr/>
        </p:nvSpPr>
        <p:spPr>
          <a:xfrm>
            <a:off x="365805" y="1585913"/>
            <a:ext cx="1932000" cy="3309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49"/>
          <p:cNvCxnSpPr/>
          <p:nvPr/>
        </p:nvCxnSpPr>
        <p:spPr>
          <a:xfrm>
            <a:off x="0" y="1584960"/>
            <a:ext cx="91449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81" name="Google Shape;481;p49"/>
          <p:cNvCxnSpPr/>
          <p:nvPr/>
        </p:nvCxnSpPr>
        <p:spPr>
          <a:xfrm>
            <a:off x="365805" y="1584960"/>
            <a:ext cx="0" cy="35586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82" name="Google Shape;482;p49"/>
          <p:cNvCxnSpPr/>
          <p:nvPr/>
        </p:nvCxnSpPr>
        <p:spPr>
          <a:xfrm>
            <a:off x="8770575" y="1584960"/>
            <a:ext cx="0" cy="35586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83" name="Google Shape;483;p49"/>
          <p:cNvCxnSpPr/>
          <p:nvPr/>
        </p:nvCxnSpPr>
        <p:spPr>
          <a:xfrm>
            <a:off x="4568190" y="4895591"/>
            <a:ext cx="21060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484" name="Google Shape;484;p49"/>
          <p:cNvGraphicFramePr/>
          <p:nvPr/>
        </p:nvGraphicFramePr>
        <p:xfrm>
          <a:off x="365905" y="4106304"/>
          <a:ext cx="1931925" cy="80938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1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Daily Cleaning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Deep Cleaning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Healthcare Cleaning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Waste Management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67500" marR="68600" marT="34300" marB="135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5" name="Google Shape;485;p49"/>
          <p:cNvGraphicFramePr/>
          <p:nvPr/>
        </p:nvGraphicFramePr>
        <p:xfrm>
          <a:off x="2523455" y="4186304"/>
          <a:ext cx="1931925" cy="64936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1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Kitchen Equipment Maintenance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Preventive Maintenance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Facility Maintenance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67500" marR="68600" marT="34300" marB="13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6" name="Google Shape;486;p49"/>
          <p:cNvGraphicFramePr/>
          <p:nvPr/>
        </p:nvGraphicFramePr>
        <p:xfrm>
          <a:off x="4681081" y="4106279"/>
          <a:ext cx="1931925" cy="80938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1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Access &amp; Security Management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Security Surveillance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Fire Safety &amp; Prevention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Visitor &amp; Front-of-House Management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67500" marR="68600" marT="34300" marB="13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7" name="Google Shape;487;p49"/>
          <p:cNvGraphicFramePr/>
          <p:nvPr/>
        </p:nvGraphicFramePr>
        <p:xfrm>
          <a:off x="6838619" y="4106292"/>
          <a:ext cx="1931925" cy="80938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1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3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Pest Control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Waste &amp; Recycling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Sustainability Support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000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Gardening</a:t>
                      </a:r>
                      <a:endParaRPr sz="700">
                        <a:solidFill>
                          <a:srgbClr val="000000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67500" marR="68600" marT="34300" marB="13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8" name="Google Shape;488;p49"/>
          <p:cNvCxnSpPr/>
          <p:nvPr/>
        </p:nvCxnSpPr>
        <p:spPr>
          <a:xfrm>
            <a:off x="0" y="4895591"/>
            <a:ext cx="91449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489" name="Google Shape;489;p49"/>
          <p:cNvGraphicFramePr/>
          <p:nvPr/>
        </p:nvGraphicFramePr>
        <p:xfrm>
          <a:off x="365805" y="1585913"/>
          <a:ext cx="1931925" cy="59602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1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Cleaning </a:t>
                      </a:r>
                      <a:r>
                        <a:rPr lang="en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and</a:t>
                      </a: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 </a:t>
                      </a:r>
                      <a:b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</a:b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Hygiene </a:t>
                      </a:r>
                      <a:endParaRPr sz="1100"/>
                    </a:p>
                  </a:txBody>
                  <a:tcPr marL="18900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0" name="Google Shape;490;p49"/>
          <p:cNvGraphicFramePr/>
          <p:nvPr/>
        </p:nvGraphicFramePr>
        <p:xfrm>
          <a:off x="2523418" y="1585913"/>
          <a:ext cx="1931925" cy="59602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1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Technical </a:t>
                      </a:r>
                      <a:b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</a:b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Support</a:t>
                      </a:r>
                      <a:endParaRPr sz="1100"/>
                    </a:p>
                  </a:txBody>
                  <a:tcPr marL="18900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1" name="Google Shape;491;p49"/>
          <p:cNvGraphicFramePr/>
          <p:nvPr/>
        </p:nvGraphicFramePr>
        <p:xfrm>
          <a:off x="4681031" y="1585913"/>
          <a:ext cx="1931925" cy="59602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1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Safety </a:t>
                      </a:r>
                      <a:r>
                        <a:rPr lang="en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and</a:t>
                      </a: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 </a:t>
                      </a:r>
                      <a:b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</a:b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Security</a:t>
                      </a:r>
                      <a:endParaRPr sz="1100"/>
                    </a:p>
                  </a:txBody>
                  <a:tcPr marL="18900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2" name="Google Shape;492;p49"/>
          <p:cNvGraphicFramePr/>
          <p:nvPr/>
        </p:nvGraphicFramePr>
        <p:xfrm>
          <a:off x="6838644" y="1585913"/>
          <a:ext cx="1931925" cy="59602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1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Environmental </a:t>
                      </a:r>
                      <a:b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</a:br>
                      <a:r>
                        <a:rPr lang="en" sz="1400"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Services </a:t>
                      </a:r>
                      <a:endParaRPr sz="1100"/>
                    </a:p>
                  </a:txBody>
                  <a:tcPr marL="18900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p49" title="ChatGPT Image Aug 24, 2026, 03_25_17 PM.png"/>
          <p:cNvPicPr preferRelativeResize="0"/>
          <p:nvPr/>
        </p:nvPicPr>
        <p:blipFill rotWithShape="1">
          <a:blip r:embed="rId3">
            <a:alphaModFix/>
          </a:blip>
          <a:srcRect t="25082" r="75786" b="10572"/>
          <a:stretch/>
        </p:blipFill>
        <p:spPr>
          <a:xfrm>
            <a:off x="810401" y="2220462"/>
            <a:ext cx="1042729" cy="184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9" title="ChatGPT Image Aug 24, 2026, 03_25_17 PM.png"/>
          <p:cNvPicPr preferRelativeResize="0"/>
          <p:nvPr/>
        </p:nvPicPr>
        <p:blipFill rotWithShape="1">
          <a:blip r:embed="rId3">
            <a:alphaModFix/>
          </a:blip>
          <a:srcRect l="25074" t="23587" r="50414" b="11275"/>
          <a:stretch/>
        </p:blipFill>
        <p:spPr>
          <a:xfrm>
            <a:off x="3002900" y="2260462"/>
            <a:ext cx="1042725" cy="184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9" title="ChatGPT Image Aug 24, 2026, 03_25_17 PM.png"/>
          <p:cNvPicPr preferRelativeResize="0"/>
          <p:nvPr/>
        </p:nvPicPr>
        <p:blipFill rotWithShape="1">
          <a:blip r:embed="rId3">
            <a:alphaModFix/>
          </a:blip>
          <a:srcRect l="50431" t="23428" r="25402" b="12350"/>
          <a:stretch/>
        </p:blipFill>
        <p:spPr>
          <a:xfrm>
            <a:off x="5099838" y="2220438"/>
            <a:ext cx="1042725" cy="184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9" title="ChatGPT Image Aug 24, 2026, 03_25_17 PM.png"/>
          <p:cNvPicPr preferRelativeResize="0"/>
          <p:nvPr/>
        </p:nvPicPr>
        <p:blipFill rotWithShape="1">
          <a:blip r:embed="rId3">
            <a:alphaModFix/>
          </a:blip>
          <a:srcRect l="75792" t="23587" b="12682"/>
          <a:stretch/>
        </p:blipFill>
        <p:spPr>
          <a:xfrm>
            <a:off x="7283275" y="2229048"/>
            <a:ext cx="1042725" cy="183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" name="Google Shape;501;p50"/>
          <p:cNvGraphicFramePr/>
          <p:nvPr/>
        </p:nvGraphicFramePr>
        <p:xfrm>
          <a:off x="365805" y="2359046"/>
          <a:ext cx="1906050" cy="119204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01.</a:t>
                      </a:r>
                      <a:endParaRPr sz="12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189000" marR="270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200"/>
                        <a:buFont typeface="Playfair Display Medium"/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Recruitment </a:t>
                      </a:r>
                      <a:b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</a:b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and Selection</a:t>
                      </a:r>
                      <a:endParaRPr sz="1100"/>
                    </a:p>
                  </a:txBody>
                  <a:tcPr marL="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Sourcing, screening, and selecting qualified personnel based on role requirements, operational standards, and client needs.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89000" marR="68600" marT="34300" marB="135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2" name="Google Shape;502;p50"/>
          <p:cNvGraphicFramePr/>
          <p:nvPr/>
        </p:nvGraphicFramePr>
        <p:xfrm>
          <a:off x="2466998" y="2359046"/>
          <a:ext cx="1906050" cy="119204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02.</a:t>
                      </a:r>
                      <a:endParaRPr sz="12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189000" marR="270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200"/>
                        <a:buFont typeface="Playfair Display Medium"/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Workforce Deployment</a:t>
                      </a:r>
                      <a:endParaRPr sz="1100"/>
                    </a:p>
                  </a:txBody>
                  <a:tcPr marL="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Efficient placement and onboarding </a:t>
                      </a:r>
                      <a:b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</a:b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of personnel across multiple locations, functions, and </a:t>
                      </a:r>
                      <a:b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</a:b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operational environments.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89000" marR="68600" marT="34300" marB="135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3" name="Google Shape;503;p50"/>
          <p:cNvGraphicFramePr/>
          <p:nvPr/>
        </p:nvGraphicFramePr>
        <p:xfrm>
          <a:off x="4566330" y="2359046"/>
          <a:ext cx="1906050" cy="107012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03.</a:t>
                      </a:r>
                      <a:endParaRPr sz="12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189000" marR="270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200"/>
                        <a:buFont typeface="Playfair Display Medium"/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Training and Development</a:t>
                      </a:r>
                      <a:endParaRPr sz="1100"/>
                    </a:p>
                  </a:txBody>
                  <a:tcPr marL="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Role-specific training, service standards, safety protocols, and continuous capability development.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89000" marR="68600" marT="34300" marB="135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Google Shape;504;p50"/>
          <p:cNvGraphicFramePr/>
          <p:nvPr/>
        </p:nvGraphicFramePr>
        <p:xfrm>
          <a:off x="365805" y="3616346"/>
          <a:ext cx="1906050" cy="119204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04.</a:t>
                      </a:r>
                      <a:endParaRPr sz="12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189000" marR="270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200"/>
                        <a:buFont typeface="Playfair Display Medium"/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Workforce Management</a:t>
                      </a:r>
                      <a:endParaRPr sz="1100"/>
                    </a:p>
                  </a:txBody>
                  <a:tcPr marL="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Managing attendance, shifts, </a:t>
                      </a:r>
                      <a:b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</a:b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staffing requirements, documentation, and day-to-day workforce administration.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89000" marR="68600" marT="34300" marB="135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5" name="Google Shape;505;p50"/>
          <p:cNvGraphicFramePr/>
          <p:nvPr/>
        </p:nvGraphicFramePr>
        <p:xfrm>
          <a:off x="2466998" y="3616346"/>
          <a:ext cx="1906050" cy="119204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05.</a:t>
                      </a:r>
                      <a:endParaRPr sz="12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189000" marR="270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200"/>
                        <a:buFont typeface="Playfair Display Medium"/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Performance Management</a:t>
                      </a:r>
                      <a:endParaRPr sz="1100"/>
                    </a:p>
                  </a:txBody>
                  <a:tcPr marL="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Monitoring workforce performance through defined KPIs, regular evaluations, and continuous improvement programs.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89000" marR="68600" marT="34300" marB="135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6" name="Google Shape;506;p50"/>
          <p:cNvGraphicFramePr/>
          <p:nvPr/>
        </p:nvGraphicFramePr>
        <p:xfrm>
          <a:off x="4568190" y="3616346"/>
          <a:ext cx="1906050" cy="119204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06.</a:t>
                      </a:r>
                      <a:endParaRPr sz="12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189000" marR="270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200"/>
                        <a:buFont typeface="Playfair Display Medium"/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Payroll and Administration</a:t>
                      </a:r>
                      <a:endParaRPr sz="1100"/>
                    </a:p>
                  </a:txBody>
                  <a:tcPr marL="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Streamlining payroll, employment documentation, and workforce administration for greater accuracy and operational efficiency.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89000" marR="68600" marT="34300" marB="135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7" name="Google Shape;507;p50"/>
          <p:cNvGraphicFramePr/>
          <p:nvPr/>
        </p:nvGraphicFramePr>
        <p:xfrm>
          <a:off x="6669383" y="3616346"/>
          <a:ext cx="1906050" cy="119204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07.</a:t>
                      </a:r>
                      <a:endParaRPr sz="12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189000" marR="270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200"/>
                        <a:buFont typeface="Playfair Display Medium"/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Digital Workforce Management</a:t>
                      </a:r>
                      <a:endParaRPr sz="1100"/>
                    </a:p>
                  </a:txBody>
                  <a:tcPr marL="0" marR="68600" marT="1350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Technology-enabled visibility </a:t>
                      </a:r>
                      <a:b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</a:br>
                      <a:r>
                        <a:rPr lang="en" sz="8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across attendance, scheduling, workforce performance, and operational reporting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89000" marR="68600" marT="34300" marB="135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8" name="Google Shape;508;p50"/>
          <p:cNvSpPr txBox="1"/>
          <p:nvPr/>
        </p:nvSpPr>
        <p:spPr>
          <a:xfrm>
            <a:off x="388665" y="609688"/>
            <a:ext cx="8755200" cy="1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Empowering businesses </a:t>
            </a:r>
            <a:br>
              <a:rPr lang="en" sz="3000" b="0" i="0" u="none" strike="noStrike" cap="none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</a:br>
            <a:r>
              <a:rPr lang="en" sz="3000" b="0" i="0" u="none" strike="noStrike" cap="none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with the people, processes, </a:t>
            </a:r>
            <a:br>
              <a:rPr lang="en" sz="3000" b="0" i="0" u="none" strike="noStrike" cap="none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</a:br>
            <a:r>
              <a:rPr lang="en" sz="3000" b="0" i="0" u="none" strike="noStrike" cap="none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and technology to perform at scale.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09" name="Google Shape;509;p50"/>
          <p:cNvSpPr txBox="1"/>
          <p:nvPr/>
        </p:nvSpPr>
        <p:spPr>
          <a:xfrm>
            <a:off x="388665" y="359769"/>
            <a:ext cx="6271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Workforce Solutions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0" name="Google Shape;510;p50"/>
          <p:cNvSpPr txBox="1"/>
          <p:nvPr/>
        </p:nvSpPr>
        <p:spPr>
          <a:xfrm>
            <a:off x="388667" y="1783752"/>
            <a:ext cx="4137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Your operations. Our people. One seamless workforce solution. </a:t>
            </a:r>
            <a:endParaRPr sz="11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11" name="Google Shape;511;p50"/>
          <p:cNvCxnSpPr/>
          <p:nvPr/>
        </p:nvCxnSpPr>
        <p:spPr>
          <a:xfrm>
            <a:off x="365805" y="2359046"/>
            <a:ext cx="0" cy="25329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2" name="Google Shape;512;p50"/>
          <p:cNvCxnSpPr/>
          <p:nvPr/>
        </p:nvCxnSpPr>
        <p:spPr>
          <a:xfrm>
            <a:off x="2466998" y="2359046"/>
            <a:ext cx="0" cy="25329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3" name="Google Shape;513;p50"/>
          <p:cNvCxnSpPr/>
          <p:nvPr/>
        </p:nvCxnSpPr>
        <p:spPr>
          <a:xfrm>
            <a:off x="4568190" y="2359046"/>
            <a:ext cx="0" cy="25329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4" name="Google Shape;514;p50"/>
          <p:cNvCxnSpPr/>
          <p:nvPr/>
        </p:nvCxnSpPr>
        <p:spPr>
          <a:xfrm>
            <a:off x="0" y="2359046"/>
            <a:ext cx="91449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5" name="Google Shape;515;p50"/>
          <p:cNvCxnSpPr/>
          <p:nvPr/>
        </p:nvCxnSpPr>
        <p:spPr>
          <a:xfrm>
            <a:off x="0" y="4892040"/>
            <a:ext cx="91449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6" name="Google Shape;516;p50"/>
          <p:cNvCxnSpPr/>
          <p:nvPr/>
        </p:nvCxnSpPr>
        <p:spPr>
          <a:xfrm>
            <a:off x="0" y="3625543"/>
            <a:ext cx="91449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17" name="Google Shape;517;p50"/>
          <p:cNvSpPr/>
          <p:nvPr/>
        </p:nvSpPr>
        <p:spPr>
          <a:xfrm rot="5400000">
            <a:off x="2436998" y="2541447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0"/>
          <p:cNvSpPr/>
          <p:nvPr/>
        </p:nvSpPr>
        <p:spPr>
          <a:xfrm rot="5400000">
            <a:off x="4536330" y="2541447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0"/>
          <p:cNvSpPr/>
          <p:nvPr/>
        </p:nvSpPr>
        <p:spPr>
          <a:xfrm rot="5400000">
            <a:off x="335805" y="2541447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0"/>
          <p:cNvSpPr/>
          <p:nvPr/>
        </p:nvSpPr>
        <p:spPr>
          <a:xfrm rot="5400000">
            <a:off x="2436998" y="3798747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50"/>
          <p:cNvSpPr/>
          <p:nvPr/>
        </p:nvSpPr>
        <p:spPr>
          <a:xfrm rot="5400000">
            <a:off x="4536330" y="3798747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50"/>
          <p:cNvSpPr/>
          <p:nvPr/>
        </p:nvSpPr>
        <p:spPr>
          <a:xfrm rot="5400000">
            <a:off x="335805" y="3798747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50"/>
          <p:cNvCxnSpPr/>
          <p:nvPr/>
        </p:nvCxnSpPr>
        <p:spPr>
          <a:xfrm>
            <a:off x="6669383" y="2359046"/>
            <a:ext cx="0" cy="25329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25" name="Google Shape;525;p50"/>
          <p:cNvSpPr/>
          <p:nvPr/>
        </p:nvSpPr>
        <p:spPr>
          <a:xfrm rot="5400000">
            <a:off x="6639383" y="3798747"/>
            <a:ext cx="141000" cy="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50"/>
          <p:cNvCxnSpPr/>
          <p:nvPr/>
        </p:nvCxnSpPr>
        <p:spPr>
          <a:xfrm>
            <a:off x="8770575" y="2359046"/>
            <a:ext cx="0" cy="25329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27" name="Google Shape;527;p50" title="Picture14.png"/>
          <p:cNvPicPr preferRelativeResize="0"/>
          <p:nvPr/>
        </p:nvPicPr>
        <p:blipFill rotWithShape="1">
          <a:blip r:embed="rId3">
            <a:alphaModFix/>
          </a:blip>
          <a:srcRect l="239" r="229"/>
          <a:stretch/>
        </p:blipFill>
        <p:spPr>
          <a:xfrm>
            <a:off x="2081533" y="2536041"/>
            <a:ext cx="270308" cy="264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0" title="Picture1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2545" y="2527226"/>
            <a:ext cx="282062" cy="282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50" title="Picture16.png"/>
          <p:cNvPicPr preferRelativeResize="0"/>
          <p:nvPr/>
        </p:nvPicPr>
        <p:blipFill rotWithShape="1">
          <a:blip r:embed="rId5">
            <a:alphaModFix/>
          </a:blip>
          <a:srcRect l="249" r="259"/>
          <a:stretch/>
        </p:blipFill>
        <p:spPr>
          <a:xfrm>
            <a:off x="6274660" y="2536041"/>
            <a:ext cx="282062" cy="264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0" title="Picture17.png"/>
          <p:cNvPicPr preferRelativeResize="0"/>
          <p:nvPr/>
        </p:nvPicPr>
        <p:blipFill rotWithShape="1">
          <a:blip r:embed="rId6">
            <a:alphaModFix/>
          </a:blip>
          <a:srcRect l="219" r="229"/>
          <a:stretch/>
        </p:blipFill>
        <p:spPr>
          <a:xfrm>
            <a:off x="2074546" y="3765992"/>
            <a:ext cx="282062" cy="276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0" title="Picture18.png"/>
          <p:cNvPicPr preferRelativeResize="0"/>
          <p:nvPr/>
        </p:nvPicPr>
        <p:blipFill rotWithShape="1">
          <a:blip r:embed="rId7">
            <a:alphaModFix/>
          </a:blip>
          <a:srcRect t="179" b="169"/>
          <a:stretch/>
        </p:blipFill>
        <p:spPr>
          <a:xfrm>
            <a:off x="4204297" y="3789497"/>
            <a:ext cx="270310" cy="25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0" title="Picture19.png"/>
          <p:cNvPicPr preferRelativeResize="0"/>
          <p:nvPr/>
        </p:nvPicPr>
        <p:blipFill rotWithShape="1">
          <a:blip r:embed="rId8">
            <a:alphaModFix/>
          </a:blip>
          <a:srcRect l="189" r="199"/>
          <a:stretch/>
        </p:blipFill>
        <p:spPr>
          <a:xfrm>
            <a:off x="6295621" y="3777745"/>
            <a:ext cx="246803" cy="264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0" title="Picture20.png"/>
          <p:cNvPicPr preferRelativeResize="0"/>
          <p:nvPr/>
        </p:nvPicPr>
        <p:blipFill rotWithShape="1">
          <a:blip r:embed="rId9">
            <a:alphaModFix/>
          </a:blip>
          <a:srcRect t="189" b="179"/>
          <a:stretch/>
        </p:blipFill>
        <p:spPr>
          <a:xfrm>
            <a:off x="8410852" y="3783621"/>
            <a:ext cx="276186" cy="258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52" title="SFG8.png"/>
          <p:cNvPicPr preferRelativeResize="0"/>
          <p:nvPr/>
        </p:nvPicPr>
        <p:blipFill rotWithShape="1">
          <a:blip r:embed="rId3">
            <a:alphaModFix/>
          </a:blip>
          <a:srcRect r="10"/>
          <a:stretch/>
        </p:blipFill>
        <p:spPr>
          <a:xfrm>
            <a:off x="916813" y="1460747"/>
            <a:ext cx="7859408" cy="30591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2" name="Google Shape;592;p52"/>
          <p:cNvCxnSpPr/>
          <p:nvPr/>
        </p:nvCxnSpPr>
        <p:spPr>
          <a:xfrm>
            <a:off x="0" y="1271588"/>
            <a:ext cx="91449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593" name="Google Shape;593;p52"/>
          <p:cNvSpPr txBox="1"/>
          <p:nvPr/>
        </p:nvSpPr>
        <p:spPr>
          <a:xfrm>
            <a:off x="7395652" y="3654663"/>
            <a:ext cx="1269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Timika</a:t>
            </a:r>
            <a:endParaRPr sz="9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6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(Lowland &amp; Highland)</a:t>
            </a:r>
            <a:endParaRPr sz="6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grpSp>
        <p:nvGrpSpPr>
          <p:cNvPr id="594" name="Google Shape;594;p52"/>
          <p:cNvGrpSpPr/>
          <p:nvPr/>
        </p:nvGrpSpPr>
        <p:grpSpPr>
          <a:xfrm>
            <a:off x="388665" y="371018"/>
            <a:ext cx="6858225" cy="762482"/>
            <a:chOff x="518220" y="431191"/>
            <a:chExt cx="9144300" cy="1016642"/>
          </a:xfrm>
        </p:grpSpPr>
        <p:sp>
          <p:nvSpPr>
            <p:cNvPr id="595" name="Google Shape;595;p52"/>
            <p:cNvSpPr txBox="1"/>
            <p:nvPr/>
          </p:nvSpPr>
          <p:spPr>
            <a:xfrm>
              <a:off x="518220" y="431191"/>
              <a:ext cx="9144300" cy="5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54000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3000"/>
                <a:buFont typeface="Bricolage Grotesque"/>
                <a:buNone/>
              </a:pPr>
              <a:r>
                <a:rPr lang="en" sz="3000" b="0" i="0" u="none" strike="noStrike" cap="none">
                  <a:solidFill>
                    <a:schemeClr val="dk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rPr>
                <a:t>Integrated Supply Chain Excellence.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2"/>
            <p:cNvSpPr txBox="1"/>
            <p:nvPr/>
          </p:nvSpPr>
          <p:spPr>
            <a:xfrm>
              <a:off x="518233" y="996333"/>
              <a:ext cx="63933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3249"/>
                </a:buClr>
                <a:buSzPts val="1100"/>
                <a:buFont typeface="Arial"/>
                <a:buNone/>
              </a:pPr>
              <a:r>
                <a:rPr lang="en" sz="1100" i="0" u="none" strike="noStrike" cap="none">
                  <a:solidFill>
                    <a:schemeClr val="dk2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Delivering operational consistency through an integrated supply chain </a:t>
              </a:r>
              <a:br>
                <a:rPr lang="en" sz="1100" i="0" u="none" strike="noStrike" cap="none">
                  <a:solidFill>
                    <a:schemeClr val="dk2"/>
                  </a:solidFill>
                  <a:latin typeface="Google Sans"/>
                  <a:ea typeface="Google Sans"/>
                  <a:cs typeface="Google Sans"/>
                  <a:sym typeface="Google Sans"/>
                </a:rPr>
              </a:br>
              <a:r>
                <a:rPr lang="en" sz="1100" i="0" u="none" strike="noStrike" cap="none">
                  <a:solidFill>
                    <a:schemeClr val="dk2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that connects procurement, production, logistics, and on-site execution.</a:t>
              </a:r>
              <a:endParaRPr sz="110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cxnSp>
        <p:nvCxnSpPr>
          <p:cNvPr id="597" name="Google Shape;597;p52"/>
          <p:cNvCxnSpPr/>
          <p:nvPr/>
        </p:nvCxnSpPr>
        <p:spPr>
          <a:xfrm>
            <a:off x="0" y="4892040"/>
            <a:ext cx="9144900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598" name="Google Shape;598;p52"/>
          <p:cNvGrpSpPr/>
          <p:nvPr/>
        </p:nvGrpSpPr>
        <p:grpSpPr>
          <a:xfrm>
            <a:off x="6870288" y="1348956"/>
            <a:ext cx="1074975" cy="1074975"/>
            <a:chOff x="8326503" y="1646103"/>
            <a:chExt cx="1563600" cy="1563600"/>
          </a:xfrm>
        </p:grpSpPr>
        <p:sp>
          <p:nvSpPr>
            <p:cNvPr id="599" name="Google Shape;599;p52"/>
            <p:cNvSpPr/>
            <p:nvPr/>
          </p:nvSpPr>
          <p:spPr>
            <a:xfrm>
              <a:off x="8326503" y="1646103"/>
              <a:ext cx="1563600" cy="156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1000" tIns="54000" rIns="0" bIns="54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52"/>
            <p:cNvSpPr txBox="1"/>
            <p:nvPr/>
          </p:nvSpPr>
          <p:spPr>
            <a:xfrm>
              <a:off x="8441844" y="1960688"/>
              <a:ext cx="1332900" cy="9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54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B34"/>
                </a:buClr>
                <a:buSzPts val="2400"/>
                <a:buFont typeface="Bricolage Grotesque"/>
                <a:buNone/>
              </a:pPr>
              <a:r>
                <a:rPr lang="en" sz="2100" b="0" i="0" u="none" strike="noStrike" cap="none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rPr>
                <a:t>5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B34"/>
                </a:buClr>
                <a:buSzPts val="12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Distribution Hubs</a:t>
              </a:r>
              <a:endParaRPr sz="1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601" name="Google Shape;601;p52"/>
          <p:cNvGrpSpPr/>
          <p:nvPr/>
        </p:nvGrpSpPr>
        <p:grpSpPr>
          <a:xfrm>
            <a:off x="1993593" y="1348956"/>
            <a:ext cx="1074975" cy="1074975"/>
            <a:chOff x="10148976" y="1646103"/>
            <a:chExt cx="1563600" cy="1563600"/>
          </a:xfrm>
        </p:grpSpPr>
        <p:sp>
          <p:nvSpPr>
            <p:cNvPr id="602" name="Google Shape;602;p52"/>
            <p:cNvSpPr/>
            <p:nvPr/>
          </p:nvSpPr>
          <p:spPr>
            <a:xfrm>
              <a:off x="10148976" y="1646103"/>
              <a:ext cx="1563600" cy="1563600"/>
            </a:xfrm>
            <a:prstGeom prst="ellipse">
              <a:avLst/>
            </a:prstGeom>
            <a:solidFill>
              <a:srgbClr val="5B9424"/>
            </a:solidFill>
            <a:ln>
              <a:noFill/>
            </a:ln>
          </p:spPr>
          <p:txBody>
            <a:bodyPr spcFirstLastPara="1" wrap="square" lIns="81000" tIns="54000" rIns="0" bIns="54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2"/>
            <p:cNvSpPr txBox="1"/>
            <p:nvPr/>
          </p:nvSpPr>
          <p:spPr>
            <a:xfrm>
              <a:off x="10332071" y="1960688"/>
              <a:ext cx="1197600" cy="9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54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B34"/>
                </a:buClr>
                <a:buSzPts val="2400"/>
                <a:buFont typeface="Bricolage Grotesque"/>
                <a:buNone/>
              </a:pPr>
              <a:r>
                <a:rPr lang="en" sz="2100" b="0" i="0" u="none" strike="noStrike" cap="none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rPr>
                <a:t>60 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B34"/>
                </a:buClr>
                <a:buSzPts val="1200"/>
                <a:buFont typeface="Arial"/>
                <a:buNone/>
              </a:pPr>
              <a:r>
                <a:rPr lang="en" sz="1000" i="0" u="none" strike="noStrike" cap="none">
                  <a:solidFill>
                    <a:schemeClr val="lt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Retail Distribution</a:t>
              </a:r>
              <a:endParaRPr sz="80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cxnSp>
        <p:nvCxnSpPr>
          <p:cNvPr id="604" name="Google Shape;604;p52"/>
          <p:cNvCxnSpPr/>
          <p:nvPr/>
        </p:nvCxnSpPr>
        <p:spPr>
          <a:xfrm>
            <a:off x="365805" y="1271588"/>
            <a:ext cx="0" cy="38718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5" name="Google Shape;605;p52"/>
          <p:cNvCxnSpPr/>
          <p:nvPr/>
        </p:nvCxnSpPr>
        <p:spPr>
          <a:xfrm>
            <a:off x="8770575" y="1271588"/>
            <a:ext cx="0" cy="387180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606" name="Google Shape;606;p52"/>
          <p:cNvGraphicFramePr/>
          <p:nvPr/>
        </p:nvGraphicFramePr>
        <p:xfrm>
          <a:off x="569877" y="3843350"/>
          <a:ext cx="2346900" cy="933460"/>
        </p:xfrm>
        <a:graphic>
          <a:graphicData uri="http://schemas.openxmlformats.org/drawingml/2006/table">
            <a:tbl>
              <a:tblPr>
                <a:noFill/>
                <a:tableStyleId>{5BD2C5EF-CF05-474D-8DC1-0D6A21E87CAA}</a:tableStyleId>
              </a:tblPr>
              <a:tblGrid>
                <a:gridCol w="78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latin typeface="Playfair Display Medium"/>
                          <a:ea typeface="Playfair Display Medium"/>
                          <a:cs typeface="Playfair Display Medium"/>
                          <a:sym typeface="Playfair Display Medium"/>
                        </a:rPr>
                        <a:t>Java</a:t>
                      </a:r>
                      <a:endParaRPr sz="1200"/>
                    </a:p>
                  </a:txBody>
                  <a:tcPr marL="0" marR="686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0" marR="686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accent3"/>
                        </a:solidFill>
                        <a:latin typeface="Playfair Display Medium"/>
                        <a:ea typeface="Playfair Display Medium"/>
                        <a:cs typeface="Playfair Display Medium"/>
                        <a:sym typeface="Playfair Display Medium"/>
                      </a:endParaRPr>
                    </a:p>
                  </a:txBody>
                  <a:tcPr marL="0" marR="686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">
                <a:tc>
                  <a:txBody>
                    <a:bodyPr/>
                    <a:lstStyle/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Jakarta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Bekasi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Bogor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Depok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Tangerang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Cilegon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Serang</a:t>
                      </a:r>
                      <a:endParaRPr sz="700" i="0" u="none" strike="noStrike">
                        <a:solidFill>
                          <a:schemeClr val="dk1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0" marR="68600" marT="3430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Karawang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Bandung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Cirebon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Pekalongan</a:t>
                      </a:r>
                      <a:endParaRPr sz="700" i="0" u="none" strike="noStrike">
                        <a:solidFill>
                          <a:schemeClr val="dk1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Semarang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Yogyakarta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Solo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0" marR="68600" marT="3430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Madiun</a:t>
                      </a:r>
                      <a:endParaRPr sz="700" i="0" u="none" strike="noStrike">
                        <a:solidFill>
                          <a:schemeClr val="dk1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Kediri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Malang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Surabaya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Sidoarjo</a:t>
                      </a:r>
                      <a:endParaRPr sz="700" i="0" u="none" strike="noStrike">
                        <a:solidFill>
                          <a:schemeClr val="dk1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Gresik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76200" marR="0" lvl="0" indent="-69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700"/>
                        <a:buFont typeface="Google Sans"/>
                        <a:buChar char="▪"/>
                      </a:pPr>
                      <a:r>
                        <a:rPr lang="en" sz="700" i="0" u="none" strike="noStrike">
                          <a:solidFill>
                            <a:schemeClr val="dk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Jember</a:t>
                      </a:r>
                      <a:endParaRPr sz="7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0" marR="68600" marT="3430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07" name="Google Shape;607;p52"/>
          <p:cNvCxnSpPr/>
          <p:nvPr/>
        </p:nvCxnSpPr>
        <p:spPr>
          <a:xfrm>
            <a:off x="1077349" y="2130338"/>
            <a:ext cx="568500" cy="112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oval" w="sm" len="sm"/>
            <a:tailEnd type="oval" w="sm" len="sm"/>
          </a:ln>
        </p:spPr>
      </p:cxnSp>
      <p:cxnSp>
        <p:nvCxnSpPr>
          <p:cNvPr id="608" name="Google Shape;608;p52"/>
          <p:cNvCxnSpPr/>
          <p:nvPr/>
        </p:nvCxnSpPr>
        <p:spPr>
          <a:xfrm rot="10800000" flipH="1">
            <a:off x="2696599" y="3933938"/>
            <a:ext cx="732300" cy="558600"/>
          </a:xfrm>
          <a:prstGeom prst="bentConnector3">
            <a:avLst>
              <a:gd name="adj1" fmla="val 100724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oval" w="sm" len="sm"/>
            <a:tailEnd type="oval" w="sm" len="sm"/>
          </a:ln>
        </p:spPr>
      </p:cxnSp>
      <p:cxnSp>
        <p:nvCxnSpPr>
          <p:cNvPr id="609" name="Google Shape;609;p52"/>
          <p:cNvCxnSpPr/>
          <p:nvPr/>
        </p:nvCxnSpPr>
        <p:spPr>
          <a:xfrm rot="10800000">
            <a:off x="4383817" y="4093342"/>
            <a:ext cx="313200" cy="232200"/>
          </a:xfrm>
          <a:prstGeom prst="bentConnector3">
            <a:avLst>
              <a:gd name="adj1" fmla="val 10073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oval" w="sm" len="sm"/>
            <a:tailEnd type="oval" w="sm" len="sm"/>
          </a:ln>
        </p:spPr>
      </p:cxnSp>
      <p:cxnSp>
        <p:nvCxnSpPr>
          <p:cNvPr id="610" name="Google Shape;610;p52"/>
          <p:cNvCxnSpPr/>
          <p:nvPr/>
        </p:nvCxnSpPr>
        <p:spPr>
          <a:xfrm rot="10800000" flipH="1">
            <a:off x="6779418" y="3357302"/>
            <a:ext cx="983400" cy="871800"/>
          </a:xfrm>
          <a:prstGeom prst="bentConnector3">
            <a:avLst>
              <a:gd name="adj1" fmla="val -59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oval" w="sm" len="sm"/>
            <a:tailEnd type="oval" w="sm" len="sm"/>
          </a:ln>
        </p:spPr>
      </p:cxnSp>
      <p:cxnSp>
        <p:nvCxnSpPr>
          <p:cNvPr id="611" name="Google Shape;611;p52"/>
          <p:cNvCxnSpPr/>
          <p:nvPr/>
        </p:nvCxnSpPr>
        <p:spPr>
          <a:xfrm>
            <a:off x="6779418" y="3182541"/>
            <a:ext cx="0" cy="1046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oval" w="sm" len="sm"/>
            <a:tailEnd type="oval" w="sm" len="sm"/>
          </a:ln>
        </p:spPr>
      </p:cxnSp>
      <p:grpSp>
        <p:nvGrpSpPr>
          <p:cNvPr id="612" name="Google Shape;612;p52"/>
          <p:cNvGrpSpPr/>
          <p:nvPr/>
        </p:nvGrpSpPr>
        <p:grpSpPr>
          <a:xfrm>
            <a:off x="2646115" y="3474184"/>
            <a:ext cx="262250" cy="262250"/>
            <a:chOff x="4533900" y="4762500"/>
            <a:chExt cx="304800" cy="304800"/>
          </a:xfrm>
        </p:grpSpPr>
        <p:sp>
          <p:nvSpPr>
            <p:cNvPr id="613" name="Google Shape;613;p52"/>
            <p:cNvSpPr/>
            <p:nvPr/>
          </p:nvSpPr>
          <p:spPr>
            <a:xfrm>
              <a:off x="4533900" y="47625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  <p:pic>
          <p:nvPicPr>
            <p:cNvPr id="614" name="Google Shape;614;p52" title="Picture28.png"/>
            <p:cNvPicPr preferRelativeResize="0"/>
            <p:nvPr/>
          </p:nvPicPr>
          <p:blipFill rotWithShape="1">
            <a:blip r:embed="rId4">
              <a:alphaModFix/>
            </a:blip>
            <a:srcRect l="70" r="60"/>
            <a:stretch/>
          </p:blipFill>
          <p:spPr>
            <a:xfrm>
              <a:off x="4605773" y="4844653"/>
              <a:ext cx="161100" cy="140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5" name="Google Shape;615;p52"/>
          <p:cNvSpPr txBox="1"/>
          <p:nvPr/>
        </p:nvSpPr>
        <p:spPr>
          <a:xfrm>
            <a:off x="2560899" y="3763464"/>
            <a:ext cx="432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Balaraja</a:t>
            </a:r>
            <a:endParaRPr sz="900" b="0" i="0" u="none" strike="noStrike" cap="non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16" name="Google Shape;616;p52"/>
          <p:cNvSpPr txBox="1"/>
          <p:nvPr/>
        </p:nvSpPr>
        <p:spPr>
          <a:xfrm>
            <a:off x="3000389" y="3357742"/>
            <a:ext cx="488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Cibitung </a:t>
            </a:r>
            <a:endParaRPr sz="1100"/>
          </a:p>
        </p:txBody>
      </p:sp>
      <p:sp>
        <p:nvSpPr>
          <p:cNvPr id="617" name="Google Shape;617;p52"/>
          <p:cNvSpPr/>
          <p:nvPr/>
        </p:nvSpPr>
        <p:spPr>
          <a:xfrm>
            <a:off x="4043499" y="3781578"/>
            <a:ext cx="262200" cy="26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18" name="Google Shape;618;p52"/>
          <p:cNvSpPr txBox="1"/>
          <p:nvPr/>
        </p:nvSpPr>
        <p:spPr>
          <a:xfrm>
            <a:off x="3893902" y="3505413"/>
            <a:ext cx="561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Porong</a:t>
            </a:r>
            <a:endParaRPr sz="900" b="0" i="0" u="none" strike="noStrike" cap="non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(Surabaya)</a:t>
            </a:r>
            <a:endParaRPr sz="600" b="0" i="0" u="none" strike="noStrike" cap="non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19" name="Google Shape;619;p52"/>
          <p:cNvSpPr/>
          <p:nvPr/>
        </p:nvSpPr>
        <p:spPr>
          <a:xfrm>
            <a:off x="4904019" y="3377270"/>
            <a:ext cx="262200" cy="26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20" name="Google Shape;620;p52"/>
          <p:cNvSpPr txBox="1"/>
          <p:nvPr/>
        </p:nvSpPr>
        <p:spPr>
          <a:xfrm>
            <a:off x="4632601" y="3138293"/>
            <a:ext cx="533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Makassar </a:t>
            </a:r>
            <a:endParaRPr sz="1100"/>
          </a:p>
        </p:txBody>
      </p:sp>
      <p:sp>
        <p:nvSpPr>
          <p:cNvPr id="621" name="Google Shape;621;p52"/>
          <p:cNvSpPr/>
          <p:nvPr/>
        </p:nvSpPr>
        <p:spPr>
          <a:xfrm>
            <a:off x="7899453" y="3349267"/>
            <a:ext cx="262200" cy="26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22" name="Google Shape;622;p52"/>
          <p:cNvSpPr/>
          <p:nvPr/>
        </p:nvSpPr>
        <p:spPr>
          <a:xfrm>
            <a:off x="2598644" y="3478346"/>
            <a:ext cx="663900" cy="252000"/>
          </a:xfrm>
          <a:prstGeom prst="arc">
            <a:avLst>
              <a:gd name="adj1" fmla="val 1357400"/>
              <a:gd name="adj2" fmla="val 7974068"/>
            </a:avLst>
          </a:prstGeom>
          <a:noFill/>
          <a:ln w="12700" cap="flat" cmpd="sng">
            <a:solidFill>
              <a:schemeClr val="accent1"/>
            </a:solidFill>
            <a:prstDash val="dot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23" name="Google Shape;623;p52"/>
          <p:cNvSpPr/>
          <p:nvPr/>
        </p:nvSpPr>
        <p:spPr>
          <a:xfrm>
            <a:off x="3209204" y="3787724"/>
            <a:ext cx="929735" cy="196596"/>
          </a:xfrm>
          <a:custGeom>
            <a:avLst/>
            <a:gdLst/>
            <a:ahLst/>
            <a:cxnLst/>
            <a:rect l="l" t="t" r="r" b="b"/>
            <a:pathLst>
              <a:path w="1081087" h="228600" extrusionOk="0">
                <a:moveTo>
                  <a:pt x="0" y="0"/>
                </a:moveTo>
                <a:cubicBezTo>
                  <a:pt x="22621" y="33734"/>
                  <a:pt x="45243" y="67469"/>
                  <a:pt x="92868" y="76200"/>
                </a:cubicBezTo>
                <a:cubicBezTo>
                  <a:pt x="140493" y="84931"/>
                  <a:pt x="227806" y="48815"/>
                  <a:pt x="285750" y="52387"/>
                </a:cubicBezTo>
                <a:cubicBezTo>
                  <a:pt x="343694" y="55959"/>
                  <a:pt x="377031" y="94059"/>
                  <a:pt x="440531" y="97631"/>
                </a:cubicBezTo>
                <a:cubicBezTo>
                  <a:pt x="504031" y="101203"/>
                  <a:pt x="589756" y="59134"/>
                  <a:pt x="666750" y="73818"/>
                </a:cubicBezTo>
                <a:cubicBezTo>
                  <a:pt x="743744" y="88502"/>
                  <a:pt x="833437" y="159940"/>
                  <a:pt x="902493" y="185737"/>
                </a:cubicBezTo>
                <a:cubicBezTo>
                  <a:pt x="971549" y="211534"/>
                  <a:pt x="1001712" y="213122"/>
                  <a:pt x="1081087" y="228600"/>
                </a:cubicBezTo>
              </a:path>
            </a:pathLst>
          </a:custGeom>
          <a:noFill/>
          <a:ln w="12700" cap="flat" cmpd="sng">
            <a:solidFill>
              <a:schemeClr val="accent1"/>
            </a:solidFill>
            <a:prstDash val="dot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24" name="Google Shape;624;p52"/>
          <p:cNvSpPr/>
          <p:nvPr/>
        </p:nvSpPr>
        <p:spPr>
          <a:xfrm>
            <a:off x="3084633" y="3527520"/>
            <a:ext cx="262200" cy="26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25" name="Google Shape;625;p52"/>
          <p:cNvSpPr/>
          <p:nvPr/>
        </p:nvSpPr>
        <p:spPr>
          <a:xfrm rot="-1013984">
            <a:off x="4262197" y="3690541"/>
            <a:ext cx="952535" cy="252063"/>
          </a:xfrm>
          <a:prstGeom prst="arc">
            <a:avLst>
              <a:gd name="adj1" fmla="val 11121847"/>
              <a:gd name="adj2" fmla="val 20851502"/>
            </a:avLst>
          </a:prstGeom>
          <a:noFill/>
          <a:ln w="12700" cap="flat" cmpd="sng">
            <a:solidFill>
              <a:schemeClr val="accent1"/>
            </a:solidFill>
            <a:prstDash val="dot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26" name="Google Shape;626;p52"/>
          <p:cNvSpPr/>
          <p:nvPr/>
        </p:nvSpPr>
        <p:spPr>
          <a:xfrm>
            <a:off x="5111655" y="3072373"/>
            <a:ext cx="2973300" cy="1224000"/>
          </a:xfrm>
          <a:prstGeom prst="arc">
            <a:avLst>
              <a:gd name="adj1" fmla="val 11121847"/>
              <a:gd name="adj2" fmla="val 20948998"/>
            </a:avLst>
          </a:prstGeom>
          <a:noFill/>
          <a:ln w="12700" cap="flat" cmpd="sng">
            <a:solidFill>
              <a:schemeClr val="accent1"/>
            </a:solidFill>
            <a:prstDash val="dot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627" name="Google Shape;627;p52" title="Picture28.png"/>
          <p:cNvPicPr preferRelativeResize="0"/>
          <p:nvPr/>
        </p:nvPicPr>
        <p:blipFill rotWithShape="1">
          <a:blip r:embed="rId4">
            <a:alphaModFix/>
          </a:blip>
          <a:srcRect l="100" r="100"/>
          <a:stretch/>
        </p:blipFill>
        <p:spPr>
          <a:xfrm>
            <a:off x="3146474" y="3598206"/>
            <a:ext cx="138513" cy="12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52" title="Picture28.png"/>
          <p:cNvPicPr preferRelativeResize="0"/>
          <p:nvPr/>
        </p:nvPicPr>
        <p:blipFill rotWithShape="1">
          <a:blip r:embed="rId4">
            <a:alphaModFix/>
          </a:blip>
          <a:srcRect l="100" r="100"/>
          <a:stretch/>
        </p:blipFill>
        <p:spPr>
          <a:xfrm>
            <a:off x="4105339" y="3852264"/>
            <a:ext cx="138513" cy="12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2" title="Picture28.png"/>
          <p:cNvPicPr preferRelativeResize="0"/>
          <p:nvPr/>
        </p:nvPicPr>
        <p:blipFill rotWithShape="1">
          <a:blip r:embed="rId4">
            <a:alphaModFix/>
          </a:blip>
          <a:srcRect l="100" r="100"/>
          <a:stretch/>
        </p:blipFill>
        <p:spPr>
          <a:xfrm>
            <a:off x="4965860" y="3447956"/>
            <a:ext cx="138513" cy="12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2" title="Picture28.png"/>
          <p:cNvPicPr preferRelativeResize="0"/>
          <p:nvPr/>
        </p:nvPicPr>
        <p:blipFill rotWithShape="1">
          <a:blip r:embed="rId4">
            <a:alphaModFix/>
          </a:blip>
          <a:srcRect l="100" r="100"/>
          <a:stretch/>
        </p:blipFill>
        <p:spPr>
          <a:xfrm>
            <a:off x="7961293" y="3419953"/>
            <a:ext cx="138513" cy="1207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1" name="Google Shape;631;p52"/>
          <p:cNvCxnSpPr/>
          <p:nvPr/>
        </p:nvCxnSpPr>
        <p:spPr>
          <a:xfrm>
            <a:off x="4569618" y="4138613"/>
            <a:ext cx="0" cy="1881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oval" w="sm" len="sm"/>
            <a:tailEnd type="none" w="sm" len="sm"/>
          </a:ln>
        </p:spPr>
      </p:cxnSp>
      <p:cxnSp>
        <p:nvCxnSpPr>
          <p:cNvPr id="632" name="Google Shape;632;p52"/>
          <p:cNvCxnSpPr/>
          <p:nvPr/>
        </p:nvCxnSpPr>
        <p:spPr>
          <a:xfrm>
            <a:off x="5291896" y="2125266"/>
            <a:ext cx="0" cy="7893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oval" w="sm" len="sm"/>
            <a:tailEnd type="oval" w="sm" len="sm"/>
          </a:ln>
        </p:spPr>
      </p:cxnSp>
      <p:cxnSp>
        <p:nvCxnSpPr>
          <p:cNvPr id="633" name="Google Shape;633;p52"/>
          <p:cNvCxnSpPr/>
          <p:nvPr/>
        </p:nvCxnSpPr>
        <p:spPr>
          <a:xfrm rot="-5400000" flipH="1">
            <a:off x="3445923" y="2005852"/>
            <a:ext cx="1216800" cy="258000"/>
          </a:xfrm>
          <a:prstGeom prst="bentConnector3">
            <a:avLst>
              <a:gd name="adj1" fmla="val 65"/>
            </a:avLst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oval" w="sm" len="sm"/>
            <a:tailEnd type="oval" w="sm" len="sm"/>
          </a:ln>
        </p:spPr>
      </p:cxnSp>
      <p:sp>
        <p:nvSpPr>
          <p:cNvPr id="634" name="Google Shape;634;p52"/>
          <p:cNvSpPr txBox="1"/>
          <p:nvPr/>
        </p:nvSpPr>
        <p:spPr>
          <a:xfrm>
            <a:off x="524923" y="2046751"/>
            <a:ext cx="930600" cy="12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Sumatra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Banda Aceh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Medan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Pekanbaru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Padang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Jambi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Palembang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Bengkulu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Bandar Lampung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Batam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Pangkal Pinang</a:t>
            </a:r>
            <a:endParaRPr sz="10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5" name="Google Shape;635;p52"/>
          <p:cNvSpPr txBox="1"/>
          <p:nvPr/>
        </p:nvSpPr>
        <p:spPr>
          <a:xfrm>
            <a:off x="3210877" y="1447190"/>
            <a:ext cx="9306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Kalimantan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Pontianak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Palangkaraya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Banjarmasin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Balikpapan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Samarinda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6" name="Google Shape;636;p52"/>
          <p:cNvSpPr txBox="1"/>
          <p:nvPr/>
        </p:nvSpPr>
        <p:spPr>
          <a:xfrm>
            <a:off x="5258727" y="1447190"/>
            <a:ext cx="9306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Sulawesi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Manado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Palu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Makassar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Kendari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7" name="Google Shape;637;p52"/>
          <p:cNvSpPr txBox="1"/>
          <p:nvPr/>
        </p:nvSpPr>
        <p:spPr>
          <a:xfrm>
            <a:off x="4768249" y="4276375"/>
            <a:ext cx="13101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Bali &amp; Nusa Tenggara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Denpasar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Mataram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Kupang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8" name="Google Shape;638;p52"/>
          <p:cNvSpPr txBox="1"/>
          <p:nvPr/>
        </p:nvSpPr>
        <p:spPr>
          <a:xfrm>
            <a:off x="6752312" y="4276375"/>
            <a:ext cx="13101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Maluku &amp; Papua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Ambon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Ternate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Jayapura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Google Sans"/>
              <a:buChar char="▪"/>
            </a:pPr>
            <a:r>
              <a:rPr lang="en"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Sorong</a:t>
            </a:r>
            <a:endParaRPr sz="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9" name="Google Shape;639;p52"/>
          <p:cNvSpPr/>
          <p:nvPr/>
        </p:nvSpPr>
        <p:spPr>
          <a:xfrm rot="2698535">
            <a:off x="1481356" y="2832833"/>
            <a:ext cx="1493198" cy="510814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0" name="Google Shape;640;p52"/>
          <p:cNvSpPr/>
          <p:nvPr/>
        </p:nvSpPr>
        <p:spPr>
          <a:xfrm rot="-2698535" flipH="1">
            <a:off x="2627119" y="2826408"/>
            <a:ext cx="1493198" cy="510814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1" name="Google Shape;641;p52"/>
          <p:cNvSpPr/>
          <p:nvPr/>
        </p:nvSpPr>
        <p:spPr>
          <a:xfrm rot="1731123">
            <a:off x="1791995" y="3107648"/>
            <a:ext cx="1022071" cy="402551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2" name="Google Shape;642;p52"/>
          <p:cNvSpPr/>
          <p:nvPr/>
        </p:nvSpPr>
        <p:spPr>
          <a:xfrm rot="7787240">
            <a:off x="3006715" y="3037122"/>
            <a:ext cx="1085727" cy="479255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3" name="Google Shape;643;p52"/>
          <p:cNvSpPr/>
          <p:nvPr/>
        </p:nvSpPr>
        <p:spPr>
          <a:xfrm rot="8399625" flipH="1">
            <a:off x="2947864" y="3654437"/>
            <a:ext cx="350926" cy="277675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4" name="Google Shape;644;p52"/>
          <p:cNvSpPr/>
          <p:nvPr/>
        </p:nvSpPr>
        <p:spPr>
          <a:xfrm rot="5884179">
            <a:off x="3734366" y="3098868"/>
            <a:ext cx="1085650" cy="479376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5" name="Google Shape;645;p52"/>
          <p:cNvSpPr/>
          <p:nvPr/>
        </p:nvSpPr>
        <p:spPr>
          <a:xfrm rot="-9010375">
            <a:off x="4196473" y="3892738"/>
            <a:ext cx="259357" cy="229923"/>
          </a:xfrm>
          <a:prstGeom prst="arc">
            <a:avLst>
              <a:gd name="adj1" fmla="val 11809489"/>
              <a:gd name="adj2" fmla="val 20851502"/>
            </a:avLst>
          </a:prstGeom>
          <a:noFill/>
          <a:ln w="12700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6" name="Google Shape;646;p52"/>
          <p:cNvSpPr/>
          <p:nvPr/>
        </p:nvSpPr>
        <p:spPr>
          <a:xfrm rot="-3066132">
            <a:off x="3924651" y="4017811"/>
            <a:ext cx="259422" cy="91315"/>
          </a:xfrm>
          <a:prstGeom prst="arc">
            <a:avLst>
              <a:gd name="adj1" fmla="val 11809489"/>
              <a:gd name="adj2" fmla="val 20851502"/>
            </a:avLst>
          </a:prstGeom>
          <a:noFill/>
          <a:ln w="12700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7" name="Google Shape;647;p52"/>
          <p:cNvSpPr/>
          <p:nvPr/>
        </p:nvSpPr>
        <p:spPr>
          <a:xfrm rot="7193397">
            <a:off x="4941975" y="3148469"/>
            <a:ext cx="499663" cy="175113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8" name="Google Shape;648;p52"/>
          <p:cNvSpPr/>
          <p:nvPr/>
        </p:nvSpPr>
        <p:spPr>
          <a:xfrm rot="-10651344">
            <a:off x="5123796" y="3475508"/>
            <a:ext cx="499667" cy="175360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49" name="Google Shape;649;p52"/>
          <p:cNvSpPr/>
          <p:nvPr/>
        </p:nvSpPr>
        <p:spPr>
          <a:xfrm rot="-10651344">
            <a:off x="8131684" y="3392670"/>
            <a:ext cx="499667" cy="175360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50" name="Google Shape;650;p52"/>
          <p:cNvSpPr/>
          <p:nvPr/>
        </p:nvSpPr>
        <p:spPr>
          <a:xfrm rot="8952084">
            <a:off x="8065729" y="3250850"/>
            <a:ext cx="499783" cy="175443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51" name="Google Shape;651;p52"/>
          <p:cNvSpPr/>
          <p:nvPr/>
        </p:nvSpPr>
        <p:spPr>
          <a:xfrm rot="-3150665" flipH="1">
            <a:off x="8016819" y="3189018"/>
            <a:ext cx="499829" cy="175451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52" name="Google Shape;652;p52"/>
          <p:cNvSpPr/>
          <p:nvPr/>
        </p:nvSpPr>
        <p:spPr>
          <a:xfrm rot="-6904212">
            <a:off x="4923403" y="3766888"/>
            <a:ext cx="642865" cy="219025"/>
          </a:xfrm>
          <a:prstGeom prst="arc">
            <a:avLst>
              <a:gd name="adj1" fmla="val 11809489"/>
              <a:gd name="adj2" fmla="val 20851502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53" name="Google Shape;653;p52"/>
          <p:cNvSpPr/>
          <p:nvPr/>
        </p:nvSpPr>
        <p:spPr>
          <a:xfrm>
            <a:off x="3681275" y="2531425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4" name="Google Shape;654;p52"/>
          <p:cNvSpPr/>
          <p:nvPr/>
        </p:nvSpPr>
        <p:spPr>
          <a:xfrm>
            <a:off x="3945229" y="2975582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5" name="Google Shape;655;p52"/>
          <p:cNvSpPr/>
          <p:nvPr/>
        </p:nvSpPr>
        <p:spPr>
          <a:xfrm>
            <a:off x="4449453" y="2853387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6" name="Google Shape;656;p52"/>
          <p:cNvSpPr/>
          <p:nvPr/>
        </p:nvSpPr>
        <p:spPr>
          <a:xfrm>
            <a:off x="5322664" y="3057274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7" name="Google Shape;657;p52"/>
          <p:cNvSpPr/>
          <p:nvPr/>
        </p:nvSpPr>
        <p:spPr>
          <a:xfrm>
            <a:off x="5191888" y="2875012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8" name="Google Shape;658;p52"/>
          <p:cNvSpPr/>
          <p:nvPr/>
        </p:nvSpPr>
        <p:spPr>
          <a:xfrm>
            <a:off x="6708680" y="3130384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9" name="Google Shape;659;p52"/>
          <p:cNvSpPr/>
          <p:nvPr/>
        </p:nvSpPr>
        <p:spPr>
          <a:xfrm>
            <a:off x="8371350" y="3059676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0" name="Google Shape;660;p52"/>
          <p:cNvSpPr/>
          <p:nvPr/>
        </p:nvSpPr>
        <p:spPr>
          <a:xfrm>
            <a:off x="8532331" y="3246401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1" name="Google Shape;661;p52"/>
          <p:cNvSpPr/>
          <p:nvPr/>
        </p:nvSpPr>
        <p:spPr>
          <a:xfrm>
            <a:off x="8607502" y="3553260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2" name="Google Shape;662;p52"/>
          <p:cNvSpPr/>
          <p:nvPr/>
        </p:nvSpPr>
        <p:spPr>
          <a:xfrm>
            <a:off x="5559159" y="3551201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3" name="Google Shape;663;p52"/>
          <p:cNvSpPr/>
          <p:nvPr/>
        </p:nvSpPr>
        <p:spPr>
          <a:xfrm>
            <a:off x="5325410" y="4089749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4" name="Google Shape;664;p52"/>
          <p:cNvSpPr/>
          <p:nvPr/>
        </p:nvSpPr>
        <p:spPr>
          <a:xfrm>
            <a:off x="4551053" y="4053366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5" name="Google Shape;665;p52"/>
          <p:cNvSpPr/>
          <p:nvPr/>
        </p:nvSpPr>
        <p:spPr>
          <a:xfrm>
            <a:off x="4368791" y="4025563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6" name="Google Shape;666;p52"/>
          <p:cNvSpPr/>
          <p:nvPr/>
        </p:nvSpPr>
        <p:spPr>
          <a:xfrm>
            <a:off x="3937678" y="4160801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7" name="Google Shape;667;p52"/>
          <p:cNvSpPr/>
          <p:nvPr/>
        </p:nvSpPr>
        <p:spPr>
          <a:xfrm>
            <a:off x="1885770" y="2529366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8" name="Google Shape;668;p52"/>
          <p:cNvSpPr/>
          <p:nvPr/>
        </p:nvSpPr>
        <p:spPr>
          <a:xfrm>
            <a:off x="1926616" y="2973522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9" name="Google Shape;669;p52"/>
          <p:cNvSpPr/>
          <p:nvPr/>
        </p:nvSpPr>
        <p:spPr>
          <a:xfrm>
            <a:off x="2499489" y="3280382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0" name="Google Shape;670;p52"/>
          <p:cNvSpPr/>
          <p:nvPr/>
        </p:nvSpPr>
        <p:spPr>
          <a:xfrm>
            <a:off x="1682227" y="2214268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1" name="Google Shape;671;p52"/>
          <p:cNvSpPr/>
          <p:nvPr/>
        </p:nvSpPr>
        <p:spPr>
          <a:xfrm>
            <a:off x="1800302" y="2701330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2" name="Google Shape;672;p52"/>
          <p:cNvSpPr/>
          <p:nvPr/>
        </p:nvSpPr>
        <p:spPr>
          <a:xfrm>
            <a:off x="2536216" y="3583122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3" name="Google Shape;673;p52"/>
          <p:cNvSpPr/>
          <p:nvPr/>
        </p:nvSpPr>
        <p:spPr>
          <a:xfrm>
            <a:off x="4738558" y="2587130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4" name="Google Shape;674;p52"/>
          <p:cNvSpPr/>
          <p:nvPr/>
        </p:nvSpPr>
        <p:spPr>
          <a:xfrm>
            <a:off x="5574479" y="3294891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5" name="Google Shape;675;p52"/>
          <p:cNvSpPr/>
          <p:nvPr/>
        </p:nvSpPr>
        <p:spPr>
          <a:xfrm rot="-5815978" flipH="1">
            <a:off x="4475013" y="2802801"/>
            <a:ext cx="832588" cy="357520"/>
          </a:xfrm>
          <a:prstGeom prst="arc">
            <a:avLst>
              <a:gd name="adj1" fmla="val 11641077"/>
              <a:gd name="adj2" fmla="val 21517257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76" name="Google Shape;676;p52"/>
          <p:cNvSpPr/>
          <p:nvPr/>
        </p:nvSpPr>
        <p:spPr>
          <a:xfrm rot="8526295">
            <a:off x="5087791" y="3332684"/>
            <a:ext cx="600276" cy="157765"/>
          </a:xfrm>
          <a:prstGeom prst="arc">
            <a:avLst>
              <a:gd name="adj1" fmla="val 11809489"/>
              <a:gd name="adj2" fmla="val 464929"/>
            </a:avLst>
          </a:prstGeom>
          <a:noFill/>
          <a:ln w="9525" cap="flat" cmpd="sng">
            <a:solidFill>
              <a:schemeClr val="accent1"/>
            </a:solidFill>
            <a:prstDash val="dot"/>
            <a:miter lim="8000"/>
            <a:headEnd type="stealth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77" name="Google Shape;677;p52"/>
          <p:cNvSpPr/>
          <p:nvPr/>
        </p:nvSpPr>
        <p:spPr>
          <a:xfrm>
            <a:off x="6455011" y="2506226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78" name="Google Shape;678;p52"/>
          <p:cNvCxnSpPr/>
          <p:nvPr/>
        </p:nvCxnSpPr>
        <p:spPr>
          <a:xfrm rot="-5400000" flipH="1">
            <a:off x="10141750" y="5083700"/>
            <a:ext cx="820200" cy="8202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679" name="Google Shape;679;p52"/>
          <p:cNvCxnSpPr/>
          <p:nvPr/>
        </p:nvCxnSpPr>
        <p:spPr>
          <a:xfrm rot="10800000" flipH="1">
            <a:off x="4931545" y="2546072"/>
            <a:ext cx="1502100" cy="849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stealth" w="med" len="med"/>
          </a:ln>
        </p:spPr>
      </p:cxnSp>
      <p:sp>
        <p:nvSpPr>
          <p:cNvPr id="680" name="Google Shape;680;p52"/>
          <p:cNvSpPr/>
          <p:nvPr/>
        </p:nvSpPr>
        <p:spPr>
          <a:xfrm>
            <a:off x="7248213" y="3102915"/>
            <a:ext cx="34200" cy="2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81" name="Google Shape;681;p52"/>
          <p:cNvCxnSpPr>
            <a:stCxn id="675" idx="2"/>
            <a:endCxn id="657" idx="4"/>
          </p:cNvCxnSpPr>
          <p:nvPr/>
        </p:nvCxnSpPr>
        <p:spPr>
          <a:xfrm rot="10800000" flipH="1">
            <a:off x="4931545" y="2903072"/>
            <a:ext cx="277500" cy="492300"/>
          </a:xfrm>
          <a:prstGeom prst="curvedConnector2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stealth" w="med" len="med"/>
          </a:ln>
        </p:spPr>
      </p:cxnSp>
      <p:cxnSp>
        <p:nvCxnSpPr>
          <p:cNvPr id="682" name="Google Shape;682;p52"/>
          <p:cNvCxnSpPr>
            <a:endCxn id="669" idx="4"/>
          </p:cNvCxnSpPr>
          <p:nvPr/>
        </p:nvCxnSpPr>
        <p:spPr>
          <a:xfrm rot="10800000">
            <a:off x="2516589" y="3308582"/>
            <a:ext cx="190200" cy="18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SFG 2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C11720"/>
      </a:accent1>
      <a:accent2>
        <a:srgbClr val="679CBC"/>
      </a:accent2>
      <a:accent3>
        <a:srgbClr val="5B9424"/>
      </a:accent3>
      <a:accent4>
        <a:srgbClr val="C11720"/>
      </a:accent4>
      <a:accent5>
        <a:srgbClr val="679CBC"/>
      </a:accent5>
      <a:accent6>
        <a:srgbClr val="FEF1D5"/>
      </a:accent6>
      <a:hlink>
        <a:srgbClr val="679CBC"/>
      </a:hlink>
      <a:folHlink>
        <a:srgbClr val="021B3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FG_Corporate_Slide Master 2026">
  <a:themeElements>
    <a:clrScheme name="SFG V2 2026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D1111C"/>
      </a:accent1>
      <a:accent2>
        <a:srgbClr val="5B9424"/>
      </a:accent2>
      <a:accent3>
        <a:srgbClr val="FF3333"/>
      </a:accent3>
      <a:accent4>
        <a:srgbClr val="FF6633"/>
      </a:accent4>
      <a:accent5>
        <a:srgbClr val="669966"/>
      </a:accent5>
      <a:accent6>
        <a:srgbClr val="66CC66"/>
      </a:accent6>
      <a:hlink>
        <a:srgbClr val="CC3300"/>
      </a:hlink>
      <a:folHlink>
        <a:srgbClr val="33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756</Words>
  <Application>Microsoft Office PowerPoint</Application>
  <PresentationFormat>On-screen Show (16:9)</PresentationFormat>
  <Paragraphs>225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Calibri</vt:lpstr>
      <vt:lpstr>Bricolage Grotesque</vt:lpstr>
      <vt:lpstr>Arial</vt:lpstr>
      <vt:lpstr>Noto Sans Symbols</vt:lpstr>
      <vt:lpstr>Google Sans Medium</vt:lpstr>
      <vt:lpstr>Helvetica Neue</vt:lpstr>
      <vt:lpstr>Playfair Display Medium</vt:lpstr>
      <vt:lpstr>Century Gothic</vt:lpstr>
      <vt:lpstr>Aptos</vt:lpstr>
      <vt:lpstr>Playfair Display SemiBold</vt:lpstr>
      <vt:lpstr>Google Sans</vt:lpstr>
      <vt:lpstr>Playfair Display</vt:lpstr>
      <vt:lpstr>Simple Light</vt:lpstr>
      <vt:lpstr>1_Custom Design</vt:lpstr>
      <vt:lpstr>SFG_Corporate_Slide Master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Steven William</cp:lastModifiedBy>
  <cp:revision>3</cp:revision>
  <dcterms:modified xsi:type="dcterms:W3CDTF">2026-10-07T10:49:23Z</dcterms:modified>
</cp:coreProperties>
</file>